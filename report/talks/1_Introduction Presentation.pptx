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5"/>
    <p:sldMasterId id="2147483686" r:id="rId6"/>
    <p:sldMasterId id="214748368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y="5143500" cx="9144000"/>
  <p:notesSz cx="6858000" cy="9144000"/>
  <p:embeddedFontLst>
    <p:embeddedFont>
      <p:font typeface="Roboto"/>
      <p:regular r:id="rId23"/>
      <p:bold r:id="rId24"/>
      <p:italic r:id="rId25"/>
      <p:boldItalic r:id="rId26"/>
    </p:embeddedFont>
    <p:embeddedFont>
      <p:font typeface="Arial Narrow"/>
      <p:regular r:id="rId27"/>
      <p:bold r:id="rId28"/>
      <p:italic r:id="rId29"/>
      <p:boldItalic r:id="rId30"/>
    </p:embeddedFont>
    <p:embeddedFont>
      <p:font typeface="Candara"/>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4A4708-C965-4FA7-8A81-D6A6ED89F44F}">
  <a:tblStyle styleId="{B44A4708-C965-4FA7-8A81-D6A6ED89F44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705870-0DD7-4BE3-98C4-35ADC9D58E63}" styleName="Table_1">
    <a:wholeTbl>
      <a:tcTxStyle b="off" i="off">
        <a:font>
          <a:latin typeface="Candara"/>
          <a:ea typeface="Candara"/>
          <a:cs typeface="Candara"/>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Candara"/>
          <a:ea typeface="Candara"/>
          <a:cs typeface="Candara"/>
        </a:font>
        <a:schemeClr val="lt1"/>
      </a:tcTxStyle>
      <a:tcStyle>
        <a:fill>
          <a:solidFill>
            <a:schemeClr val="accent1"/>
          </a:solidFill>
        </a:fill>
      </a:tcStyle>
    </a:firstRow>
    <a:neCell>
      <a:tcTxStyle/>
    </a:neCell>
    <a:nwCell>
      <a:tcTxStyle/>
    </a:nwCell>
  </a:tblStyle>
  <a:tblStyle styleId="{BE4EFA33-C8B9-4D39-B5B7-8B84A000B224}" styleName="Table_2">
    <a:wholeTbl>
      <a:tcTxStyle b="off" i="off">
        <a:font>
          <a:latin typeface="Candara"/>
          <a:ea typeface="Candara"/>
          <a:cs typeface="Candara"/>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12700">
              <a:solidFill>
                <a:schemeClr val="accent4"/>
              </a:solidFill>
              <a:prstDash val="solid"/>
              <a:round/>
              <a:headEnd len="sm" w="sm" type="none"/>
              <a:tailEnd len="sm" w="sm" type="none"/>
            </a:ln>
          </a:insideV>
        </a:tcBdr>
        <a:fill>
          <a:solidFill>
            <a:srgbClr val="FFFFFF">
              <a:alpha val="0"/>
            </a:srgbClr>
          </a:solidFill>
        </a:fill>
      </a:tcStyle>
    </a:wholeTbl>
    <a:band1H>
      <a:tcTxStyle/>
      <a:tcStyle>
        <a:fill>
          <a:solidFill>
            <a:schemeClr val="accent4">
              <a:alpha val="20000"/>
            </a:schemeClr>
          </a:solidFill>
        </a:fill>
      </a:tcStyle>
    </a:band1H>
    <a:band2H>
      <a:tcTxStyle/>
    </a:band2H>
    <a:band1V>
      <a:tcTxStyle/>
      <a:tcStyle>
        <a:fill>
          <a:solidFill>
            <a:schemeClr val="accent4">
              <a:alpha val="20000"/>
            </a:schemeClr>
          </a:solidFill>
        </a:fill>
      </a:tcStyle>
    </a:band1V>
    <a:band2V>
      <a:tcTxStyle/>
    </a:band2V>
    <a:lastCol>
      <a:tcTxStyle b="on" i="off"/>
    </a:lastCol>
    <a:firstCol>
      <a:tcTxStyle b="on" i="off"/>
    </a:firstCol>
    <a:lastRow>
      <a:tcTxStyle b="on" i="off"/>
      <a:tcStyle>
        <a:tcBdr>
          <a:top>
            <a:ln cap="flat" cmpd="sng" w="50800">
              <a:solidFill>
                <a:schemeClr val="accent4"/>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4"/>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ArialNarrow-bold.fntdata"/><Relationship Id="rId27" Type="http://schemas.openxmlformats.org/officeDocument/2006/relationships/font" Target="fonts/ArialNarrow-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ArialNarrow-italic.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Candara-regular.fntdata"/><Relationship Id="rId30" Type="http://schemas.openxmlformats.org/officeDocument/2006/relationships/font" Target="fonts/ArialNarrow-boldItalic.fntdata"/><Relationship Id="rId11" Type="http://schemas.openxmlformats.org/officeDocument/2006/relationships/slide" Target="slides/slide3.xml"/><Relationship Id="rId33" Type="http://schemas.openxmlformats.org/officeDocument/2006/relationships/font" Target="fonts/Candara-italic.fntdata"/><Relationship Id="rId10" Type="http://schemas.openxmlformats.org/officeDocument/2006/relationships/slide" Target="slides/slide2.xml"/><Relationship Id="rId32" Type="http://schemas.openxmlformats.org/officeDocument/2006/relationships/font" Target="fonts/Candara-bold.fntdata"/><Relationship Id="rId13" Type="http://schemas.openxmlformats.org/officeDocument/2006/relationships/slide" Target="slides/slide5.xml"/><Relationship Id="rId12" Type="http://schemas.openxmlformats.org/officeDocument/2006/relationships/slide" Target="slides/slide4.xml"/><Relationship Id="rId34" Type="http://schemas.openxmlformats.org/officeDocument/2006/relationships/font" Target="fonts/Candara-bold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b92f0fcb7b_4_226:notes"/>
          <p:cNvSpPr txBox="1"/>
          <p:nvPr>
            <p:ph idx="1" type="body"/>
          </p:nvPr>
        </p:nvSpPr>
        <p:spPr>
          <a:xfrm>
            <a:off x="347992" y="5016760"/>
            <a:ext cx="6113100" cy="364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b92f0fcb7b_4_226:notes"/>
          <p:cNvSpPr/>
          <p:nvPr>
            <p:ph idx="2" type="sldImg"/>
          </p:nvPr>
        </p:nvSpPr>
        <p:spPr>
          <a:xfrm>
            <a:off x="6350" y="1020763"/>
            <a:ext cx="6792900" cy="382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bde8c475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bde8c475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b86bd686e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b86bd686e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Problem statement: Why do we need this? EEG data is incredibly high-dimensional we have dozens of electrodes recording hundreds of samples per second. It’s also very noisy. Standard methods often fail to show the underlying 'brain states' clearly. We need a way to 'unfold' this data so we can see the actual patterns of responses such as effects of ERP components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de8c47512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de8c47512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GB" sz="1400">
                <a:solidFill>
                  <a:schemeClr val="dk1"/>
                </a:solidFill>
              </a:rPr>
              <a:t>PCA preserves variance and not time structure, and temporal relationships are important for EEG data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bbd189ed8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bbd189ed8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9efa0154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b9efa0154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800"/>
              </a:spcBef>
              <a:spcAft>
                <a:spcPts val="1200"/>
              </a:spcAft>
              <a:buNone/>
            </a:pPr>
            <a:r>
              <a:rPr lang="en-GB"/>
              <a:t>PCA ignores branches and shows the maximum variance and loses local structure, like light green and dark green branches overlap and are not distinguishable, whereas t-sne only focuses on forming similar luster but does not care about global structure but PHATE here preserves global as well as local structure, the trajectories formed describes the behavious of artificial tree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b9efa0154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b9efa0154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800"/>
              </a:spcBef>
              <a:spcAft>
                <a:spcPts val="0"/>
              </a:spcAft>
              <a:buClr>
                <a:schemeClr val="dk1"/>
              </a:buClr>
              <a:buSzPts val="1100"/>
              <a:buFont typeface="Arial"/>
              <a:buNone/>
            </a:pPr>
            <a:r>
              <a:t/>
            </a:r>
            <a:endParaRPr sz="10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GB" sz="1000">
                <a:solidFill>
                  <a:schemeClr val="dk1"/>
                </a:solidFill>
              </a:rPr>
              <a:t>T-PHATE builds on PHATE but has a </a:t>
            </a:r>
            <a:r>
              <a:rPr b="1" lang="en-GB" sz="1000">
                <a:solidFill>
                  <a:schemeClr val="dk1"/>
                </a:solidFill>
              </a:rPr>
              <a:t>temporal view</a:t>
            </a:r>
            <a:r>
              <a:rPr lang="en-GB" sz="1000">
                <a:solidFill>
                  <a:schemeClr val="dk1"/>
                </a:solidFill>
              </a:rPr>
              <a:t> by data's </a:t>
            </a:r>
            <a:r>
              <a:rPr b="1" lang="en-GB" sz="1000">
                <a:solidFill>
                  <a:schemeClr val="dk1"/>
                </a:solidFill>
              </a:rPr>
              <a:t>autocorrelation structure</a:t>
            </a:r>
            <a:r>
              <a:rPr lang="en-GB" sz="1000">
                <a:solidFill>
                  <a:schemeClr val="dk1"/>
                </a:solidFill>
              </a:rPr>
              <a:t> i.e how a signal is related to its past timestamp </a:t>
            </a:r>
            <a:endParaRPr sz="1000">
              <a:solidFill>
                <a:schemeClr val="dk1"/>
              </a:solidFill>
            </a:endParaRPr>
          </a:p>
          <a:p>
            <a:pPr indent="0" lvl="0" marL="0" rtl="0" algn="l">
              <a:lnSpc>
                <a:spcPct val="100000"/>
              </a:lnSpc>
              <a:spcBef>
                <a:spcPts val="1200"/>
              </a:spcBef>
              <a:spcAft>
                <a:spcPts val="1200"/>
              </a:spcAft>
              <a:buNone/>
            </a:pPr>
            <a:r>
              <a:rPr lang="en-GB" sz="1000">
                <a:solidFill>
                  <a:schemeClr val="dk1"/>
                </a:solidFill>
              </a:rPr>
              <a:t>Calculates similarity between local time points: Explicitly takes the time index into its distance calculations and link nearby data points along the temporal sequence</a:t>
            </a:r>
            <a:endParaRPr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b86bd686e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b86bd686e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900">
                <a:solidFill>
                  <a:schemeClr val="dk1"/>
                </a:solidFill>
              </a:rPr>
              <a:t>"Traditional methods like PCA or t-SNE treat every data point as independent. But the brain is a dynamical system—what happens at time </a:t>
            </a:r>
            <a:r>
              <a:rPr i="1" lang="en-GB" sz="900">
                <a:solidFill>
                  <a:schemeClr val="dk1"/>
                </a:solidFill>
              </a:rPr>
              <a:t>t</a:t>
            </a:r>
            <a:r>
              <a:rPr lang="en-GB" sz="900">
                <a:solidFill>
                  <a:schemeClr val="dk1"/>
                </a:solidFill>
              </a:rPr>
              <a:t> is connected to time </a:t>
            </a:r>
            <a:r>
              <a:rPr i="1" lang="en-GB" sz="900">
                <a:solidFill>
                  <a:schemeClr val="dk1"/>
                </a:solidFill>
              </a:rPr>
              <a:t>t-1</a:t>
            </a:r>
            <a:r>
              <a:rPr lang="en-GB" sz="900">
                <a:solidFill>
                  <a:schemeClr val="dk1"/>
                </a:solidFill>
              </a:rPr>
              <a:t>. </a:t>
            </a:r>
            <a:endParaRPr sz="900">
              <a:solidFill>
                <a:schemeClr val="dk1"/>
              </a:solidFill>
            </a:endParaRPr>
          </a:p>
          <a:p>
            <a:pPr indent="0" lvl="0" marL="0" rtl="0" algn="l">
              <a:lnSpc>
                <a:spcPct val="115000"/>
              </a:lnSpc>
              <a:spcBef>
                <a:spcPts val="0"/>
              </a:spcBef>
              <a:spcAft>
                <a:spcPts val="1200"/>
              </a:spcAft>
              <a:buClr>
                <a:schemeClr val="dk1"/>
              </a:buClr>
              <a:buSzPts val="1100"/>
              <a:buFont typeface="Arial"/>
              <a:buNone/>
            </a:pPr>
            <a:r>
              <a:rPr lang="en-GB" sz="900">
                <a:solidFill>
                  <a:schemeClr val="dk1"/>
                </a:solidFill>
              </a:rPr>
              <a:t>Can we find a method that doen't just cluster the data, but actually shows the 'flow' of the brain's response? </a:t>
            </a:r>
            <a:endParaRPr sz="9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b86bd686e6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b86bd686e6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Simulation of data using julia to know the ground truth of the data so that we know what is expected outcome and what can be analyzed from </a:t>
            </a:r>
            <a:r>
              <a:rPr lang="en-GB"/>
              <a:t>the data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bde8c47512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bde8c47512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a:t>
            </a:r>
            <a:r>
              <a:rPr lang="en-GB"/>
              <a:t>ecognizing and processing face vs car during: N170</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bde8c47512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bde8c47512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400">
                <a:solidFill>
                  <a:schemeClr val="dk1"/>
                </a:solidFill>
              </a:rPr>
              <a:t>single subject average across trials per condition</a:t>
            </a:r>
            <a:endParaRPr sz="14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bbd189ed8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bbd189ed8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 am comparing five major methods. While PCA and UMAP are the standards, I am focusing on </a:t>
            </a:r>
            <a:r>
              <a:rPr b="1" lang="en-GB">
                <a:solidFill>
                  <a:schemeClr val="dk1"/>
                </a:solidFill>
              </a:rPr>
              <a:t>T-PHATE</a:t>
            </a:r>
            <a:r>
              <a:rPr lang="en-GB">
                <a:solidFill>
                  <a:schemeClr val="dk1"/>
                </a:solidFill>
              </a:rPr>
              <a:t>, which uses an autocorrelation-based affinity matrix to respect time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b92f0fcb7b_8_1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3b92f0fcb7b_8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bde8c47512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bde8c47512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1 Institute Sublogo unten">
  <p:cSld name="Titel 1 Institute Sublogo unten">
    <p:spTree>
      <p:nvGrpSpPr>
        <p:cNvPr id="62" name="Shape 62"/>
        <p:cNvGrpSpPr/>
        <p:nvPr/>
      </p:nvGrpSpPr>
      <p:grpSpPr>
        <a:xfrm>
          <a:off x="0" y="0"/>
          <a:ext cx="0" cy="0"/>
          <a:chOff x="0" y="0"/>
          <a:chExt cx="0" cy="0"/>
        </a:xfrm>
      </p:grpSpPr>
      <p:pic>
        <p:nvPicPr>
          <p:cNvPr id="63" name="Google Shape;63;p15"/>
          <p:cNvPicPr preferRelativeResize="0"/>
          <p:nvPr/>
        </p:nvPicPr>
        <p:blipFill rotWithShape="1">
          <a:blip r:embed="rId2">
            <a:alphaModFix/>
          </a:blip>
          <a:srcRect b="0" l="0" r="0" t="0"/>
          <a:stretch/>
        </p:blipFill>
        <p:spPr>
          <a:xfrm>
            <a:off x="406800" y="268958"/>
            <a:ext cx="2056867" cy="431998"/>
          </a:xfrm>
          <a:prstGeom prst="rect">
            <a:avLst/>
          </a:prstGeom>
          <a:noFill/>
          <a:ln>
            <a:noFill/>
          </a:ln>
        </p:spPr>
      </p:pic>
      <p:sp>
        <p:nvSpPr>
          <p:cNvPr id="64" name="Google Shape;64;p15"/>
          <p:cNvSpPr txBox="1"/>
          <p:nvPr>
            <p:ph idx="1" type="body"/>
          </p:nvPr>
        </p:nvSpPr>
        <p:spPr>
          <a:xfrm>
            <a:off x="952454" y="593154"/>
            <a:ext cx="3561900" cy="435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750"/>
              </a:spcBef>
              <a:spcAft>
                <a:spcPts val="0"/>
              </a:spcAft>
              <a:buSzPts val="1200"/>
              <a:buFont typeface="Arial"/>
              <a:buNone/>
              <a:defRPr sz="12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65" name="Google Shape;65;p15"/>
          <p:cNvSpPr/>
          <p:nvPr>
            <p:ph idx="2" type="pic"/>
          </p:nvPr>
        </p:nvSpPr>
        <p:spPr>
          <a:xfrm>
            <a:off x="0" y="1266841"/>
            <a:ext cx="9144000" cy="3304800"/>
          </a:xfrm>
          <a:prstGeom prst="rect">
            <a:avLst/>
          </a:prstGeom>
          <a:solidFill>
            <a:srgbClr val="D8D8D8"/>
          </a:solidFill>
          <a:ln>
            <a:noFill/>
          </a:ln>
        </p:spPr>
      </p:sp>
      <p:sp>
        <p:nvSpPr>
          <p:cNvPr id="66" name="Google Shape;66;p15"/>
          <p:cNvSpPr txBox="1"/>
          <p:nvPr>
            <p:ph type="ctrTitle"/>
          </p:nvPr>
        </p:nvSpPr>
        <p:spPr>
          <a:xfrm>
            <a:off x="4451194" y="21294"/>
            <a:ext cx="4692900" cy="4550400"/>
          </a:xfrm>
          <a:prstGeom prst="rect">
            <a:avLst/>
          </a:prstGeom>
          <a:solidFill>
            <a:schemeClr val="accent1"/>
          </a:solidFill>
          <a:ln>
            <a:noFill/>
          </a:ln>
        </p:spPr>
        <p:txBody>
          <a:bodyPr anchorCtr="0" anchor="ctr" bIns="1044000" lIns="1008000" spcFirstLastPara="1" rIns="0" wrap="square" tIns="0">
            <a:noAutofit/>
          </a:bodyPr>
          <a:lstStyle>
            <a:lvl1pPr lvl="0" algn="l">
              <a:lnSpc>
                <a:spcPct val="90000"/>
              </a:lnSpc>
              <a:spcBef>
                <a:spcPts val="0"/>
              </a:spcBef>
              <a:spcAft>
                <a:spcPts val="0"/>
              </a:spcAft>
              <a:buClr>
                <a:schemeClr val="accent1"/>
              </a:buClr>
              <a:buSzPts val="800"/>
              <a:buFont typeface="Arial"/>
              <a:buNone/>
              <a:defRPr b="1" sz="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5"/>
          <p:cNvSpPr txBox="1"/>
          <p:nvPr>
            <p:ph idx="3" type="body"/>
          </p:nvPr>
        </p:nvSpPr>
        <p:spPr>
          <a:xfrm>
            <a:off x="5027060" y="950913"/>
            <a:ext cx="3685200" cy="24516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SzPts val="2800"/>
              <a:buFont typeface="Arial"/>
              <a:buNone/>
              <a:defRPr b="1" sz="2800">
                <a:solidFill>
                  <a:schemeClr val="dk1"/>
                </a:solidFill>
              </a:defRPr>
            </a:lvl1pPr>
            <a:lvl2pPr indent="-228600" lvl="1" marL="914400" algn="l">
              <a:lnSpc>
                <a:spcPct val="120000"/>
              </a:lnSpc>
              <a:spcBef>
                <a:spcPts val="376"/>
              </a:spcBef>
              <a:spcAft>
                <a:spcPts val="0"/>
              </a:spcAft>
              <a:buSzPts val="2800"/>
              <a:buFont typeface="Arial"/>
              <a:buNone/>
              <a:defRPr b="1" sz="2800">
                <a:solidFill>
                  <a:schemeClr val="lt1"/>
                </a:solidFill>
              </a:defRPr>
            </a:lvl2pPr>
            <a:lvl3pPr indent="-228600" lvl="2" marL="1371600" algn="l">
              <a:lnSpc>
                <a:spcPct val="120000"/>
              </a:lnSpc>
              <a:spcBef>
                <a:spcPts val="376"/>
              </a:spcBef>
              <a:spcAft>
                <a:spcPts val="0"/>
              </a:spcAft>
              <a:buSzPts val="2800"/>
              <a:buFont typeface="Arial"/>
              <a:buNone/>
              <a:defRPr b="1" sz="2800">
                <a:solidFill>
                  <a:schemeClr val="lt1"/>
                </a:solidFill>
              </a:defRPr>
            </a:lvl3pPr>
            <a:lvl4pPr indent="-228600" lvl="3" marL="1828800" algn="l">
              <a:lnSpc>
                <a:spcPct val="120000"/>
              </a:lnSpc>
              <a:spcBef>
                <a:spcPts val="376"/>
              </a:spcBef>
              <a:spcAft>
                <a:spcPts val="0"/>
              </a:spcAft>
              <a:buSzPts val="2800"/>
              <a:buFont typeface="Arial"/>
              <a:buNone/>
              <a:defRPr b="1" sz="2800">
                <a:solidFill>
                  <a:schemeClr val="lt1"/>
                </a:solidFill>
              </a:defRPr>
            </a:lvl4pPr>
            <a:lvl5pPr indent="-228600" lvl="4" marL="2286000" algn="l">
              <a:lnSpc>
                <a:spcPct val="120000"/>
              </a:lnSpc>
              <a:spcBef>
                <a:spcPts val="376"/>
              </a:spcBef>
              <a:spcAft>
                <a:spcPts val="0"/>
              </a:spcAft>
              <a:buSzPts val="2800"/>
              <a:buFont typeface="Arial"/>
              <a:buNone/>
              <a:defRPr b="1" sz="2800">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68" name="Google Shape;68;p15"/>
          <p:cNvSpPr txBox="1"/>
          <p:nvPr>
            <p:ph idx="4" type="subTitle"/>
          </p:nvPr>
        </p:nvSpPr>
        <p:spPr>
          <a:xfrm>
            <a:off x="5027060" y="3491099"/>
            <a:ext cx="3685200" cy="3855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600"/>
              <a:buNone/>
              <a:defRPr sz="1600">
                <a:solidFill>
                  <a:schemeClr val="dk1"/>
                </a:solidFill>
              </a:defRPr>
            </a:lvl1pPr>
            <a:lvl2pPr lvl="1" algn="ctr">
              <a:lnSpc>
                <a:spcPct val="120000"/>
              </a:lnSpc>
              <a:spcBef>
                <a:spcPts val="376"/>
              </a:spcBef>
              <a:spcAft>
                <a:spcPts val="0"/>
              </a:spcAft>
              <a:buSzPts val="1500"/>
              <a:buNone/>
              <a:defRPr sz="1500"/>
            </a:lvl2pPr>
            <a:lvl3pPr lvl="2" algn="ctr">
              <a:lnSpc>
                <a:spcPct val="120000"/>
              </a:lnSpc>
              <a:spcBef>
                <a:spcPts val="376"/>
              </a:spcBef>
              <a:spcAft>
                <a:spcPts val="0"/>
              </a:spcAft>
              <a:buSzPts val="1350"/>
              <a:buNone/>
              <a:defRPr sz="1350"/>
            </a:lvl3pPr>
            <a:lvl4pPr lvl="3" algn="ctr">
              <a:lnSpc>
                <a:spcPct val="120000"/>
              </a:lnSpc>
              <a:spcBef>
                <a:spcPts val="376"/>
              </a:spcBef>
              <a:spcAft>
                <a:spcPts val="0"/>
              </a:spcAft>
              <a:buSzPts val="1200"/>
              <a:buNone/>
              <a:defRPr sz="1200"/>
            </a:lvl4pPr>
            <a:lvl5pPr lvl="4" algn="ctr">
              <a:lnSpc>
                <a:spcPct val="120000"/>
              </a:lnSpc>
              <a:spcBef>
                <a:spcPts val="376"/>
              </a:spcBef>
              <a:spcAft>
                <a:spcPts val="0"/>
              </a:spcAft>
              <a:buSzPts val="1200"/>
              <a:buNone/>
              <a:defRPr sz="1200"/>
            </a:lvl5pPr>
            <a:lvl6pPr lvl="5" algn="ctr">
              <a:lnSpc>
                <a:spcPct val="90000"/>
              </a:lnSpc>
              <a:spcBef>
                <a:spcPts val="376"/>
              </a:spcBef>
              <a:spcAft>
                <a:spcPts val="0"/>
              </a:spcAft>
              <a:buClr>
                <a:schemeClr val="dk1"/>
              </a:buClr>
              <a:buSzPts val="1200"/>
              <a:buNone/>
              <a:defRPr sz="1200"/>
            </a:lvl6pPr>
            <a:lvl7pPr lvl="6" algn="ctr">
              <a:lnSpc>
                <a:spcPct val="90000"/>
              </a:lnSpc>
              <a:spcBef>
                <a:spcPts val="376"/>
              </a:spcBef>
              <a:spcAft>
                <a:spcPts val="0"/>
              </a:spcAft>
              <a:buClr>
                <a:schemeClr val="dk1"/>
              </a:buClr>
              <a:buSzPts val="1200"/>
              <a:buNone/>
              <a:defRPr sz="1200"/>
            </a:lvl7pPr>
            <a:lvl8pPr lvl="7" algn="ctr">
              <a:lnSpc>
                <a:spcPct val="90000"/>
              </a:lnSpc>
              <a:spcBef>
                <a:spcPts val="376"/>
              </a:spcBef>
              <a:spcAft>
                <a:spcPts val="0"/>
              </a:spcAft>
              <a:buClr>
                <a:schemeClr val="dk1"/>
              </a:buClr>
              <a:buSzPts val="1200"/>
              <a:buNone/>
              <a:defRPr sz="1200"/>
            </a:lvl8pPr>
            <a:lvl9pPr lvl="8" algn="ctr">
              <a:lnSpc>
                <a:spcPct val="90000"/>
              </a:lnSpc>
              <a:spcBef>
                <a:spcPts val="376"/>
              </a:spcBef>
              <a:spcAft>
                <a:spcPts val="0"/>
              </a:spcAft>
              <a:buClr>
                <a:schemeClr val="dk1"/>
              </a:buClr>
              <a:buSzPts val="1200"/>
              <a:buNone/>
              <a:defRPr sz="1200"/>
            </a:lvl9pPr>
          </a:lstStyle>
          <a:p/>
        </p:txBody>
      </p:sp>
      <p:sp>
        <p:nvSpPr>
          <p:cNvPr id="69" name="Google Shape;69;p15"/>
          <p:cNvSpPr/>
          <p:nvPr>
            <p:ph idx="5" type="pic"/>
          </p:nvPr>
        </p:nvSpPr>
        <p:spPr>
          <a:xfrm>
            <a:off x="7298630" y="4694760"/>
            <a:ext cx="1416000" cy="3306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2 Institute Sublogo Kreis">
  <p:cSld name="Titel 2 Institute Sublogo Kreis">
    <p:spTree>
      <p:nvGrpSpPr>
        <p:cNvPr id="70" name="Shape 70"/>
        <p:cNvGrpSpPr/>
        <p:nvPr/>
      </p:nvGrpSpPr>
      <p:grpSpPr>
        <a:xfrm>
          <a:off x="0" y="0"/>
          <a:ext cx="0" cy="0"/>
          <a:chOff x="0" y="0"/>
          <a:chExt cx="0" cy="0"/>
        </a:xfrm>
      </p:grpSpPr>
      <p:pic>
        <p:nvPicPr>
          <p:cNvPr id="71" name="Google Shape;71;p16"/>
          <p:cNvPicPr preferRelativeResize="0"/>
          <p:nvPr/>
        </p:nvPicPr>
        <p:blipFill rotWithShape="1">
          <a:blip r:embed="rId2">
            <a:alphaModFix/>
          </a:blip>
          <a:srcRect b="0" l="0" r="0" t="0"/>
          <a:stretch/>
        </p:blipFill>
        <p:spPr>
          <a:xfrm>
            <a:off x="406800" y="268958"/>
            <a:ext cx="2056867" cy="431998"/>
          </a:xfrm>
          <a:prstGeom prst="rect">
            <a:avLst/>
          </a:prstGeom>
          <a:noFill/>
          <a:ln>
            <a:noFill/>
          </a:ln>
        </p:spPr>
      </p:pic>
      <p:sp>
        <p:nvSpPr>
          <p:cNvPr id="72" name="Google Shape;72;p16"/>
          <p:cNvSpPr txBox="1"/>
          <p:nvPr>
            <p:ph idx="1" type="body"/>
          </p:nvPr>
        </p:nvSpPr>
        <p:spPr>
          <a:xfrm>
            <a:off x="952454" y="593154"/>
            <a:ext cx="3561900" cy="435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750"/>
              </a:spcBef>
              <a:spcAft>
                <a:spcPts val="0"/>
              </a:spcAft>
              <a:buSzPts val="1200"/>
              <a:buFont typeface="Arial"/>
              <a:buNone/>
              <a:defRPr sz="12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73" name="Google Shape;73;p16"/>
          <p:cNvSpPr/>
          <p:nvPr>
            <p:ph idx="2" type="pic"/>
          </p:nvPr>
        </p:nvSpPr>
        <p:spPr>
          <a:xfrm>
            <a:off x="-1" y="1266840"/>
            <a:ext cx="4792200" cy="3878400"/>
          </a:xfrm>
          <a:prstGeom prst="rect">
            <a:avLst/>
          </a:prstGeom>
          <a:solidFill>
            <a:srgbClr val="D8D8D8"/>
          </a:solidFill>
          <a:ln>
            <a:noFill/>
          </a:ln>
        </p:spPr>
      </p:sp>
      <p:sp>
        <p:nvSpPr>
          <p:cNvPr id="74" name="Google Shape;74;p16"/>
          <p:cNvSpPr txBox="1"/>
          <p:nvPr>
            <p:ph type="ctrTitle"/>
          </p:nvPr>
        </p:nvSpPr>
        <p:spPr>
          <a:xfrm>
            <a:off x="3899970" y="62746"/>
            <a:ext cx="5244000" cy="5084700"/>
          </a:xfrm>
          <a:prstGeom prst="rect">
            <a:avLst/>
          </a:prstGeom>
          <a:solidFill>
            <a:schemeClr val="accent1"/>
          </a:solidFill>
          <a:ln>
            <a:noFill/>
          </a:ln>
        </p:spPr>
        <p:txBody>
          <a:bodyPr anchorCtr="0" anchor="ctr" bIns="1044000" lIns="1008000" spcFirstLastPara="1" rIns="0" wrap="square" tIns="0">
            <a:noAutofit/>
          </a:bodyPr>
          <a:lstStyle>
            <a:lvl1pPr lvl="0" algn="l">
              <a:lnSpc>
                <a:spcPct val="90000"/>
              </a:lnSpc>
              <a:spcBef>
                <a:spcPts val="0"/>
              </a:spcBef>
              <a:spcAft>
                <a:spcPts val="0"/>
              </a:spcAft>
              <a:buClr>
                <a:schemeClr val="accent1"/>
              </a:buClr>
              <a:buSzPts val="800"/>
              <a:buFont typeface="Arial"/>
              <a:buNone/>
              <a:defRPr b="1" sz="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6"/>
          <p:cNvSpPr txBox="1"/>
          <p:nvPr>
            <p:ph idx="3" type="body"/>
          </p:nvPr>
        </p:nvSpPr>
        <p:spPr>
          <a:xfrm>
            <a:off x="4629638" y="1429966"/>
            <a:ext cx="4082700" cy="28134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SzPts val="2800"/>
              <a:buFont typeface="Arial"/>
              <a:buNone/>
              <a:defRPr b="1" sz="2800">
                <a:solidFill>
                  <a:schemeClr val="lt1"/>
                </a:solidFill>
                <a:highlight>
                  <a:srgbClr val="000000"/>
                </a:highlight>
              </a:defRPr>
            </a:lvl1pPr>
            <a:lvl2pPr indent="-228600" lvl="1" marL="914400" algn="l">
              <a:lnSpc>
                <a:spcPct val="120000"/>
              </a:lnSpc>
              <a:spcBef>
                <a:spcPts val="376"/>
              </a:spcBef>
              <a:spcAft>
                <a:spcPts val="0"/>
              </a:spcAft>
              <a:buSzPts val="2800"/>
              <a:buFont typeface="Arial"/>
              <a:buNone/>
              <a:defRPr b="1" sz="2800">
                <a:solidFill>
                  <a:schemeClr val="lt1"/>
                </a:solidFill>
              </a:defRPr>
            </a:lvl2pPr>
            <a:lvl3pPr indent="-228600" lvl="2" marL="1371600" algn="l">
              <a:lnSpc>
                <a:spcPct val="120000"/>
              </a:lnSpc>
              <a:spcBef>
                <a:spcPts val="376"/>
              </a:spcBef>
              <a:spcAft>
                <a:spcPts val="0"/>
              </a:spcAft>
              <a:buSzPts val="2800"/>
              <a:buFont typeface="Arial"/>
              <a:buNone/>
              <a:defRPr b="1" sz="2800">
                <a:solidFill>
                  <a:schemeClr val="lt1"/>
                </a:solidFill>
              </a:defRPr>
            </a:lvl3pPr>
            <a:lvl4pPr indent="-228600" lvl="3" marL="1828800" algn="l">
              <a:lnSpc>
                <a:spcPct val="120000"/>
              </a:lnSpc>
              <a:spcBef>
                <a:spcPts val="376"/>
              </a:spcBef>
              <a:spcAft>
                <a:spcPts val="0"/>
              </a:spcAft>
              <a:buSzPts val="2800"/>
              <a:buFont typeface="Arial"/>
              <a:buNone/>
              <a:defRPr b="1" sz="2800">
                <a:solidFill>
                  <a:schemeClr val="lt1"/>
                </a:solidFill>
              </a:defRPr>
            </a:lvl4pPr>
            <a:lvl5pPr indent="-228600" lvl="4" marL="2286000" algn="l">
              <a:lnSpc>
                <a:spcPct val="120000"/>
              </a:lnSpc>
              <a:spcBef>
                <a:spcPts val="376"/>
              </a:spcBef>
              <a:spcAft>
                <a:spcPts val="0"/>
              </a:spcAft>
              <a:buSzPts val="2800"/>
              <a:buFont typeface="Arial"/>
              <a:buNone/>
              <a:defRPr b="1" sz="2800">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76" name="Google Shape;76;p16"/>
          <p:cNvSpPr txBox="1"/>
          <p:nvPr>
            <p:ph idx="4" type="subTitle"/>
          </p:nvPr>
        </p:nvSpPr>
        <p:spPr>
          <a:xfrm>
            <a:off x="4629638" y="4331883"/>
            <a:ext cx="4082700" cy="3855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SzPts val="1600"/>
              <a:buNone/>
              <a:defRPr sz="1600">
                <a:solidFill>
                  <a:schemeClr val="lt1"/>
                </a:solidFill>
                <a:highlight>
                  <a:srgbClr val="000000"/>
                </a:highlight>
              </a:defRPr>
            </a:lvl1pPr>
            <a:lvl2pPr lvl="1" algn="ctr">
              <a:lnSpc>
                <a:spcPct val="120000"/>
              </a:lnSpc>
              <a:spcBef>
                <a:spcPts val="376"/>
              </a:spcBef>
              <a:spcAft>
                <a:spcPts val="0"/>
              </a:spcAft>
              <a:buSzPts val="1500"/>
              <a:buNone/>
              <a:defRPr sz="1500"/>
            </a:lvl2pPr>
            <a:lvl3pPr lvl="2" algn="ctr">
              <a:lnSpc>
                <a:spcPct val="120000"/>
              </a:lnSpc>
              <a:spcBef>
                <a:spcPts val="376"/>
              </a:spcBef>
              <a:spcAft>
                <a:spcPts val="0"/>
              </a:spcAft>
              <a:buSzPts val="1350"/>
              <a:buNone/>
              <a:defRPr sz="1350"/>
            </a:lvl3pPr>
            <a:lvl4pPr lvl="3" algn="ctr">
              <a:lnSpc>
                <a:spcPct val="120000"/>
              </a:lnSpc>
              <a:spcBef>
                <a:spcPts val="376"/>
              </a:spcBef>
              <a:spcAft>
                <a:spcPts val="0"/>
              </a:spcAft>
              <a:buSzPts val="1200"/>
              <a:buNone/>
              <a:defRPr sz="1200"/>
            </a:lvl4pPr>
            <a:lvl5pPr lvl="4" algn="ctr">
              <a:lnSpc>
                <a:spcPct val="120000"/>
              </a:lnSpc>
              <a:spcBef>
                <a:spcPts val="376"/>
              </a:spcBef>
              <a:spcAft>
                <a:spcPts val="0"/>
              </a:spcAft>
              <a:buSzPts val="1200"/>
              <a:buNone/>
              <a:defRPr sz="1200"/>
            </a:lvl5pPr>
            <a:lvl6pPr lvl="5" algn="ctr">
              <a:lnSpc>
                <a:spcPct val="90000"/>
              </a:lnSpc>
              <a:spcBef>
                <a:spcPts val="376"/>
              </a:spcBef>
              <a:spcAft>
                <a:spcPts val="0"/>
              </a:spcAft>
              <a:buClr>
                <a:schemeClr val="dk1"/>
              </a:buClr>
              <a:buSzPts val="1200"/>
              <a:buNone/>
              <a:defRPr sz="1200"/>
            </a:lvl6pPr>
            <a:lvl7pPr lvl="6" algn="ctr">
              <a:lnSpc>
                <a:spcPct val="90000"/>
              </a:lnSpc>
              <a:spcBef>
                <a:spcPts val="376"/>
              </a:spcBef>
              <a:spcAft>
                <a:spcPts val="0"/>
              </a:spcAft>
              <a:buClr>
                <a:schemeClr val="dk1"/>
              </a:buClr>
              <a:buSzPts val="1200"/>
              <a:buNone/>
              <a:defRPr sz="1200"/>
            </a:lvl7pPr>
            <a:lvl8pPr lvl="7" algn="ctr">
              <a:lnSpc>
                <a:spcPct val="90000"/>
              </a:lnSpc>
              <a:spcBef>
                <a:spcPts val="376"/>
              </a:spcBef>
              <a:spcAft>
                <a:spcPts val="0"/>
              </a:spcAft>
              <a:buClr>
                <a:schemeClr val="dk1"/>
              </a:buClr>
              <a:buSzPts val="1200"/>
              <a:buNone/>
              <a:defRPr sz="1200"/>
            </a:lvl8pPr>
            <a:lvl9pPr lvl="8" algn="ctr">
              <a:lnSpc>
                <a:spcPct val="90000"/>
              </a:lnSpc>
              <a:spcBef>
                <a:spcPts val="376"/>
              </a:spcBef>
              <a:spcAft>
                <a:spcPts val="0"/>
              </a:spcAft>
              <a:buClr>
                <a:schemeClr val="dk1"/>
              </a:buClr>
              <a:buSzPts val="1200"/>
              <a:buNone/>
              <a:defRPr sz="1200"/>
            </a:lvl9pPr>
          </a:lstStyle>
          <a:p/>
        </p:txBody>
      </p:sp>
      <p:sp>
        <p:nvSpPr>
          <p:cNvPr id="77" name="Google Shape;77;p16"/>
          <p:cNvSpPr/>
          <p:nvPr>
            <p:ph idx="5" type="pic"/>
          </p:nvPr>
        </p:nvSpPr>
        <p:spPr>
          <a:xfrm>
            <a:off x="2735643" y="2013697"/>
            <a:ext cx="1548000" cy="1548000"/>
          </a:xfrm>
          <a:prstGeom prst="ellipse">
            <a:avLst/>
          </a:prstGeom>
          <a:solidFill>
            <a:schemeClr val="lt1"/>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3 Institute Bild im Kreis">
  <p:cSld name="Titel 3 Institute Bild im Kreis">
    <p:spTree>
      <p:nvGrpSpPr>
        <p:cNvPr id="78" name="Shape 78"/>
        <p:cNvGrpSpPr/>
        <p:nvPr/>
      </p:nvGrpSpPr>
      <p:grpSpPr>
        <a:xfrm>
          <a:off x="0" y="0"/>
          <a:ext cx="0" cy="0"/>
          <a:chOff x="0" y="0"/>
          <a:chExt cx="0" cy="0"/>
        </a:xfrm>
      </p:grpSpPr>
      <p:pic>
        <p:nvPicPr>
          <p:cNvPr id="79" name="Google Shape;79;p17"/>
          <p:cNvPicPr preferRelativeResize="0"/>
          <p:nvPr/>
        </p:nvPicPr>
        <p:blipFill rotWithShape="1">
          <a:blip r:embed="rId2">
            <a:alphaModFix/>
          </a:blip>
          <a:srcRect b="0" l="0" r="0" t="0"/>
          <a:stretch/>
        </p:blipFill>
        <p:spPr>
          <a:xfrm>
            <a:off x="406800" y="268958"/>
            <a:ext cx="2056867" cy="431998"/>
          </a:xfrm>
          <a:prstGeom prst="rect">
            <a:avLst/>
          </a:prstGeom>
          <a:noFill/>
          <a:ln>
            <a:noFill/>
          </a:ln>
        </p:spPr>
      </p:pic>
      <p:sp>
        <p:nvSpPr>
          <p:cNvPr id="80" name="Google Shape;80;p17"/>
          <p:cNvSpPr txBox="1"/>
          <p:nvPr>
            <p:ph idx="1" type="body"/>
          </p:nvPr>
        </p:nvSpPr>
        <p:spPr>
          <a:xfrm>
            <a:off x="952454" y="593154"/>
            <a:ext cx="3561900" cy="435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750"/>
              </a:spcBef>
              <a:spcAft>
                <a:spcPts val="0"/>
              </a:spcAft>
              <a:buSzPts val="1200"/>
              <a:buFont typeface="Arial"/>
              <a:buNone/>
              <a:defRPr sz="12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81" name="Google Shape;81;p17"/>
          <p:cNvSpPr/>
          <p:nvPr/>
        </p:nvSpPr>
        <p:spPr>
          <a:xfrm>
            <a:off x="0" y="1266842"/>
            <a:ext cx="9144000" cy="38766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82" name="Google Shape;82;p17"/>
          <p:cNvSpPr txBox="1"/>
          <p:nvPr>
            <p:ph idx="2" type="body"/>
          </p:nvPr>
        </p:nvSpPr>
        <p:spPr>
          <a:xfrm>
            <a:off x="388205" y="1456567"/>
            <a:ext cx="4536000" cy="26364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SzPts val="2800"/>
              <a:buFont typeface="Arial"/>
              <a:buNone/>
              <a:defRPr b="1" sz="2800">
                <a:solidFill>
                  <a:schemeClr val="lt1"/>
                </a:solidFill>
              </a:defRPr>
            </a:lvl1pPr>
            <a:lvl2pPr indent="-228600" lvl="1" marL="914400" algn="l">
              <a:lnSpc>
                <a:spcPct val="120000"/>
              </a:lnSpc>
              <a:spcBef>
                <a:spcPts val="376"/>
              </a:spcBef>
              <a:spcAft>
                <a:spcPts val="0"/>
              </a:spcAft>
              <a:buSzPts val="2800"/>
              <a:buFont typeface="Arial"/>
              <a:buNone/>
              <a:defRPr b="1" sz="2800">
                <a:solidFill>
                  <a:schemeClr val="lt1"/>
                </a:solidFill>
              </a:defRPr>
            </a:lvl2pPr>
            <a:lvl3pPr indent="-228600" lvl="2" marL="1371600" algn="l">
              <a:lnSpc>
                <a:spcPct val="120000"/>
              </a:lnSpc>
              <a:spcBef>
                <a:spcPts val="376"/>
              </a:spcBef>
              <a:spcAft>
                <a:spcPts val="0"/>
              </a:spcAft>
              <a:buSzPts val="2800"/>
              <a:buFont typeface="Arial"/>
              <a:buNone/>
              <a:defRPr b="1" sz="2800">
                <a:solidFill>
                  <a:schemeClr val="lt1"/>
                </a:solidFill>
              </a:defRPr>
            </a:lvl3pPr>
            <a:lvl4pPr indent="-228600" lvl="3" marL="1828800" algn="l">
              <a:lnSpc>
                <a:spcPct val="120000"/>
              </a:lnSpc>
              <a:spcBef>
                <a:spcPts val="376"/>
              </a:spcBef>
              <a:spcAft>
                <a:spcPts val="0"/>
              </a:spcAft>
              <a:buSzPts val="2800"/>
              <a:buFont typeface="Arial"/>
              <a:buNone/>
              <a:defRPr b="1" sz="2800">
                <a:solidFill>
                  <a:schemeClr val="lt1"/>
                </a:solidFill>
              </a:defRPr>
            </a:lvl4pPr>
            <a:lvl5pPr indent="-228600" lvl="4" marL="2286000" algn="l">
              <a:lnSpc>
                <a:spcPct val="120000"/>
              </a:lnSpc>
              <a:spcBef>
                <a:spcPts val="376"/>
              </a:spcBef>
              <a:spcAft>
                <a:spcPts val="0"/>
              </a:spcAft>
              <a:buSzPts val="2800"/>
              <a:buFont typeface="Arial"/>
              <a:buNone/>
              <a:defRPr b="1" sz="2800">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83" name="Google Shape;83;p17"/>
          <p:cNvSpPr txBox="1"/>
          <p:nvPr>
            <p:ph idx="3" type="body"/>
          </p:nvPr>
        </p:nvSpPr>
        <p:spPr>
          <a:xfrm>
            <a:off x="388941" y="4162694"/>
            <a:ext cx="4535400" cy="588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SzPts val="1600"/>
              <a:buFont typeface="Arial"/>
              <a:buNone/>
              <a:defRPr sz="1600">
                <a:solidFill>
                  <a:schemeClr val="lt1"/>
                </a:solidFill>
              </a:defRPr>
            </a:lvl1pPr>
            <a:lvl2pPr indent="-228600" lvl="1" marL="914400" algn="l">
              <a:lnSpc>
                <a:spcPct val="120000"/>
              </a:lnSpc>
              <a:spcBef>
                <a:spcPts val="376"/>
              </a:spcBef>
              <a:spcAft>
                <a:spcPts val="0"/>
              </a:spcAft>
              <a:buSzPts val="1600"/>
              <a:buFont typeface="Arial"/>
              <a:buNone/>
              <a:defRPr sz="1600">
                <a:solidFill>
                  <a:schemeClr val="lt1"/>
                </a:solidFill>
              </a:defRPr>
            </a:lvl2pPr>
            <a:lvl3pPr indent="-228600" lvl="2" marL="1371600" algn="l">
              <a:lnSpc>
                <a:spcPct val="120000"/>
              </a:lnSpc>
              <a:spcBef>
                <a:spcPts val="376"/>
              </a:spcBef>
              <a:spcAft>
                <a:spcPts val="0"/>
              </a:spcAft>
              <a:buSzPts val="1600"/>
              <a:buFont typeface="Arial"/>
              <a:buNone/>
              <a:defRPr sz="1600">
                <a:solidFill>
                  <a:schemeClr val="lt1"/>
                </a:solidFill>
              </a:defRPr>
            </a:lvl3pPr>
            <a:lvl4pPr indent="-228600" lvl="3" marL="1828800" algn="l">
              <a:lnSpc>
                <a:spcPct val="120000"/>
              </a:lnSpc>
              <a:spcBef>
                <a:spcPts val="376"/>
              </a:spcBef>
              <a:spcAft>
                <a:spcPts val="0"/>
              </a:spcAft>
              <a:buSzPts val="1600"/>
              <a:buFont typeface="Arial"/>
              <a:buNone/>
              <a:defRPr sz="1600">
                <a:solidFill>
                  <a:schemeClr val="lt1"/>
                </a:solidFill>
              </a:defRPr>
            </a:lvl4pPr>
            <a:lvl5pPr indent="-228600" lvl="4" marL="2286000" algn="l">
              <a:lnSpc>
                <a:spcPct val="120000"/>
              </a:lnSpc>
              <a:spcBef>
                <a:spcPts val="376"/>
              </a:spcBef>
              <a:spcAft>
                <a:spcPts val="0"/>
              </a:spcAft>
              <a:buSzPts val="1600"/>
              <a:buFont typeface="Arial"/>
              <a:buNone/>
              <a:defRPr sz="1600">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84" name="Google Shape;84;p17"/>
          <p:cNvSpPr/>
          <p:nvPr>
            <p:ph idx="4" type="pic"/>
          </p:nvPr>
        </p:nvSpPr>
        <p:spPr>
          <a:xfrm>
            <a:off x="5060018" y="698873"/>
            <a:ext cx="3816000" cy="3816000"/>
          </a:xfrm>
          <a:prstGeom prst="ellipse">
            <a:avLst/>
          </a:prstGeom>
          <a:solidFill>
            <a:schemeClr val="lt1"/>
          </a:solidFill>
          <a:ln>
            <a:noFill/>
          </a:ln>
        </p:spPr>
      </p:sp>
      <p:sp>
        <p:nvSpPr>
          <p:cNvPr id="85" name="Google Shape;85;p17"/>
          <p:cNvSpPr/>
          <p:nvPr>
            <p:ph idx="5" type="pic"/>
          </p:nvPr>
        </p:nvSpPr>
        <p:spPr>
          <a:xfrm>
            <a:off x="7437803" y="3498494"/>
            <a:ext cx="1329600" cy="1328400"/>
          </a:xfrm>
          <a:prstGeom prst="ellipse">
            <a:avLst/>
          </a:prstGeom>
          <a:solidFill>
            <a:schemeClr val="lt1"/>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4 Institute Bild im Kreis">
  <p:cSld name="Titel 4 Institute Bild im Kreis">
    <p:spTree>
      <p:nvGrpSpPr>
        <p:cNvPr id="86" name="Shape 86"/>
        <p:cNvGrpSpPr/>
        <p:nvPr/>
      </p:nvGrpSpPr>
      <p:grpSpPr>
        <a:xfrm>
          <a:off x="0" y="0"/>
          <a:ext cx="0" cy="0"/>
          <a:chOff x="0" y="0"/>
          <a:chExt cx="0" cy="0"/>
        </a:xfrm>
      </p:grpSpPr>
      <p:pic>
        <p:nvPicPr>
          <p:cNvPr id="87" name="Google Shape;87;p18"/>
          <p:cNvPicPr preferRelativeResize="0"/>
          <p:nvPr/>
        </p:nvPicPr>
        <p:blipFill rotWithShape="1">
          <a:blip r:embed="rId2">
            <a:alphaModFix/>
          </a:blip>
          <a:srcRect b="0" l="0" r="0" t="0"/>
          <a:stretch/>
        </p:blipFill>
        <p:spPr>
          <a:xfrm>
            <a:off x="406800" y="268958"/>
            <a:ext cx="2056867" cy="431998"/>
          </a:xfrm>
          <a:prstGeom prst="rect">
            <a:avLst/>
          </a:prstGeom>
          <a:noFill/>
          <a:ln>
            <a:noFill/>
          </a:ln>
        </p:spPr>
      </p:pic>
      <p:sp>
        <p:nvSpPr>
          <p:cNvPr id="88" name="Google Shape;88;p18"/>
          <p:cNvSpPr txBox="1"/>
          <p:nvPr>
            <p:ph idx="1" type="body"/>
          </p:nvPr>
        </p:nvSpPr>
        <p:spPr>
          <a:xfrm>
            <a:off x="952454" y="593154"/>
            <a:ext cx="3561900" cy="435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750"/>
              </a:spcBef>
              <a:spcAft>
                <a:spcPts val="0"/>
              </a:spcAft>
              <a:buSzPts val="1200"/>
              <a:buFont typeface="Arial"/>
              <a:buNone/>
              <a:defRPr sz="12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89" name="Google Shape;89;p18"/>
          <p:cNvSpPr/>
          <p:nvPr/>
        </p:nvSpPr>
        <p:spPr>
          <a:xfrm>
            <a:off x="0" y="1266841"/>
            <a:ext cx="9144000" cy="3304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90" name="Google Shape;90;p18"/>
          <p:cNvSpPr txBox="1"/>
          <p:nvPr>
            <p:ph idx="2" type="body"/>
          </p:nvPr>
        </p:nvSpPr>
        <p:spPr>
          <a:xfrm>
            <a:off x="388207" y="1456566"/>
            <a:ext cx="4534800" cy="24414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SzPts val="2800"/>
              <a:buFont typeface="Arial"/>
              <a:buNone/>
              <a:defRPr b="1" sz="2800">
                <a:solidFill>
                  <a:schemeClr val="lt1"/>
                </a:solidFill>
              </a:defRPr>
            </a:lvl1pPr>
            <a:lvl2pPr indent="-228600" lvl="1" marL="914400" algn="l">
              <a:lnSpc>
                <a:spcPct val="120000"/>
              </a:lnSpc>
              <a:spcBef>
                <a:spcPts val="376"/>
              </a:spcBef>
              <a:spcAft>
                <a:spcPts val="0"/>
              </a:spcAft>
              <a:buSzPts val="2800"/>
              <a:buFont typeface="Arial"/>
              <a:buNone/>
              <a:defRPr b="1" sz="2800">
                <a:solidFill>
                  <a:schemeClr val="lt1"/>
                </a:solidFill>
              </a:defRPr>
            </a:lvl2pPr>
            <a:lvl3pPr indent="-228600" lvl="2" marL="1371600" algn="l">
              <a:lnSpc>
                <a:spcPct val="120000"/>
              </a:lnSpc>
              <a:spcBef>
                <a:spcPts val="376"/>
              </a:spcBef>
              <a:spcAft>
                <a:spcPts val="0"/>
              </a:spcAft>
              <a:buSzPts val="2800"/>
              <a:buFont typeface="Arial"/>
              <a:buNone/>
              <a:defRPr b="1" sz="2800">
                <a:solidFill>
                  <a:schemeClr val="lt1"/>
                </a:solidFill>
              </a:defRPr>
            </a:lvl3pPr>
            <a:lvl4pPr indent="-228600" lvl="3" marL="1828800" algn="l">
              <a:lnSpc>
                <a:spcPct val="120000"/>
              </a:lnSpc>
              <a:spcBef>
                <a:spcPts val="376"/>
              </a:spcBef>
              <a:spcAft>
                <a:spcPts val="0"/>
              </a:spcAft>
              <a:buSzPts val="2800"/>
              <a:buFont typeface="Arial"/>
              <a:buNone/>
              <a:defRPr b="1" sz="2800">
                <a:solidFill>
                  <a:schemeClr val="lt1"/>
                </a:solidFill>
              </a:defRPr>
            </a:lvl4pPr>
            <a:lvl5pPr indent="-228600" lvl="4" marL="2286000" algn="l">
              <a:lnSpc>
                <a:spcPct val="120000"/>
              </a:lnSpc>
              <a:spcBef>
                <a:spcPts val="376"/>
              </a:spcBef>
              <a:spcAft>
                <a:spcPts val="0"/>
              </a:spcAft>
              <a:buSzPts val="2800"/>
              <a:buFont typeface="Arial"/>
              <a:buNone/>
              <a:defRPr b="1" sz="2800">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91" name="Google Shape;91;p18"/>
          <p:cNvSpPr txBox="1"/>
          <p:nvPr>
            <p:ph idx="3" type="body"/>
          </p:nvPr>
        </p:nvSpPr>
        <p:spPr>
          <a:xfrm>
            <a:off x="388941" y="3982997"/>
            <a:ext cx="4535400" cy="588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SzPts val="1600"/>
              <a:buFont typeface="Arial"/>
              <a:buNone/>
              <a:defRPr sz="1600">
                <a:solidFill>
                  <a:schemeClr val="lt1"/>
                </a:solidFill>
              </a:defRPr>
            </a:lvl1pPr>
            <a:lvl2pPr indent="-228600" lvl="1" marL="914400" algn="l">
              <a:lnSpc>
                <a:spcPct val="120000"/>
              </a:lnSpc>
              <a:spcBef>
                <a:spcPts val="376"/>
              </a:spcBef>
              <a:spcAft>
                <a:spcPts val="0"/>
              </a:spcAft>
              <a:buSzPts val="1600"/>
              <a:buFont typeface="Arial"/>
              <a:buNone/>
              <a:defRPr sz="1600">
                <a:solidFill>
                  <a:schemeClr val="lt1"/>
                </a:solidFill>
              </a:defRPr>
            </a:lvl2pPr>
            <a:lvl3pPr indent="-228600" lvl="2" marL="1371600" algn="l">
              <a:lnSpc>
                <a:spcPct val="120000"/>
              </a:lnSpc>
              <a:spcBef>
                <a:spcPts val="376"/>
              </a:spcBef>
              <a:spcAft>
                <a:spcPts val="0"/>
              </a:spcAft>
              <a:buSzPts val="1600"/>
              <a:buFont typeface="Arial"/>
              <a:buNone/>
              <a:defRPr sz="1600">
                <a:solidFill>
                  <a:schemeClr val="lt1"/>
                </a:solidFill>
              </a:defRPr>
            </a:lvl3pPr>
            <a:lvl4pPr indent="-228600" lvl="3" marL="1828800" algn="l">
              <a:lnSpc>
                <a:spcPct val="120000"/>
              </a:lnSpc>
              <a:spcBef>
                <a:spcPts val="376"/>
              </a:spcBef>
              <a:spcAft>
                <a:spcPts val="0"/>
              </a:spcAft>
              <a:buSzPts val="1600"/>
              <a:buFont typeface="Arial"/>
              <a:buNone/>
              <a:defRPr sz="1600">
                <a:solidFill>
                  <a:schemeClr val="lt1"/>
                </a:solidFill>
              </a:defRPr>
            </a:lvl4pPr>
            <a:lvl5pPr indent="-228600" lvl="4" marL="2286000" algn="l">
              <a:lnSpc>
                <a:spcPct val="120000"/>
              </a:lnSpc>
              <a:spcBef>
                <a:spcPts val="376"/>
              </a:spcBef>
              <a:spcAft>
                <a:spcPts val="0"/>
              </a:spcAft>
              <a:buSzPts val="1600"/>
              <a:buFont typeface="Arial"/>
              <a:buNone/>
              <a:defRPr sz="1600">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92" name="Google Shape;92;p18"/>
          <p:cNvSpPr/>
          <p:nvPr>
            <p:ph idx="4" type="pic"/>
          </p:nvPr>
        </p:nvSpPr>
        <p:spPr>
          <a:xfrm>
            <a:off x="5060018" y="698873"/>
            <a:ext cx="3816000" cy="3816000"/>
          </a:xfrm>
          <a:prstGeom prst="ellipse">
            <a:avLst/>
          </a:prstGeom>
          <a:solidFill>
            <a:schemeClr val="lt1"/>
          </a:solidFill>
          <a:ln>
            <a:noFill/>
          </a:ln>
        </p:spPr>
      </p:sp>
      <p:sp>
        <p:nvSpPr>
          <p:cNvPr id="93" name="Google Shape;93;p18"/>
          <p:cNvSpPr/>
          <p:nvPr>
            <p:ph idx="5" type="pic"/>
          </p:nvPr>
        </p:nvSpPr>
        <p:spPr>
          <a:xfrm>
            <a:off x="7282472" y="4695248"/>
            <a:ext cx="1422300" cy="3315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p:cSld name="Titel und Inhalt">
    <p:spTree>
      <p:nvGrpSpPr>
        <p:cNvPr id="94" name="Shape 94"/>
        <p:cNvGrpSpPr/>
        <p:nvPr/>
      </p:nvGrpSpPr>
      <p:grpSpPr>
        <a:xfrm>
          <a:off x="0" y="0"/>
          <a:ext cx="0" cy="0"/>
          <a:chOff x="0" y="0"/>
          <a:chExt cx="0" cy="0"/>
        </a:xfrm>
      </p:grpSpPr>
      <p:sp>
        <p:nvSpPr>
          <p:cNvPr id="95" name="Google Shape;95;p19"/>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9"/>
          <p:cNvSpPr txBox="1"/>
          <p:nvPr>
            <p:ph idx="1" type="body"/>
          </p:nvPr>
        </p:nvSpPr>
        <p:spPr>
          <a:xfrm>
            <a:off x="468000" y="546519"/>
            <a:ext cx="8244300" cy="248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97" name="Google Shape;97;p19"/>
          <p:cNvSpPr txBox="1"/>
          <p:nvPr>
            <p:ph idx="2" type="body"/>
          </p:nvPr>
        </p:nvSpPr>
        <p:spPr>
          <a:xfrm>
            <a:off x="468316" y="951549"/>
            <a:ext cx="8244000" cy="37590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750"/>
              </a:spcBef>
              <a:spcAft>
                <a:spcPts val="0"/>
              </a:spcAft>
              <a:buSzPts val="1800"/>
              <a:buChar char="•"/>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98" name="Google Shape;98;p19"/>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9"/>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9"/>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itute_Schlussfolie">
  <p:cSld name="Institute_Schlussfolie">
    <p:spTree>
      <p:nvGrpSpPr>
        <p:cNvPr id="101" name="Shape 101"/>
        <p:cNvGrpSpPr/>
        <p:nvPr/>
      </p:nvGrpSpPr>
      <p:grpSpPr>
        <a:xfrm>
          <a:off x="0" y="0"/>
          <a:ext cx="0" cy="0"/>
          <a:chOff x="0" y="0"/>
          <a:chExt cx="0" cy="0"/>
        </a:xfrm>
      </p:grpSpPr>
      <p:pic>
        <p:nvPicPr>
          <p:cNvPr id="102" name="Google Shape;102;p20"/>
          <p:cNvPicPr preferRelativeResize="0"/>
          <p:nvPr/>
        </p:nvPicPr>
        <p:blipFill rotWithShape="1">
          <a:blip r:embed="rId2">
            <a:alphaModFix/>
          </a:blip>
          <a:srcRect b="0" l="0" r="0" t="0"/>
          <a:stretch/>
        </p:blipFill>
        <p:spPr>
          <a:xfrm>
            <a:off x="406800" y="268958"/>
            <a:ext cx="2056867" cy="431998"/>
          </a:xfrm>
          <a:prstGeom prst="rect">
            <a:avLst/>
          </a:prstGeom>
          <a:noFill/>
          <a:ln>
            <a:noFill/>
          </a:ln>
        </p:spPr>
      </p:pic>
      <p:sp>
        <p:nvSpPr>
          <p:cNvPr id="103" name="Google Shape;103;p20"/>
          <p:cNvSpPr txBox="1"/>
          <p:nvPr>
            <p:ph idx="1" type="body"/>
          </p:nvPr>
        </p:nvSpPr>
        <p:spPr>
          <a:xfrm>
            <a:off x="952454" y="593154"/>
            <a:ext cx="3561900" cy="435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750"/>
              </a:spcBef>
              <a:spcAft>
                <a:spcPts val="0"/>
              </a:spcAft>
              <a:buSzPts val="1200"/>
              <a:buFont typeface="Arial"/>
              <a:buNone/>
              <a:defRPr sz="12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04" name="Google Shape;104;p20"/>
          <p:cNvSpPr txBox="1"/>
          <p:nvPr/>
        </p:nvSpPr>
        <p:spPr>
          <a:xfrm>
            <a:off x="396000" y="1360800"/>
            <a:ext cx="2160000" cy="29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accent2"/>
              </a:buClr>
              <a:buSzPts val="2000"/>
              <a:buFont typeface="Arial"/>
              <a:buNone/>
            </a:pPr>
            <a:r>
              <a:rPr b="1" i="0" lang="en-GB" sz="2000" u="none" cap="none" strike="noStrike">
                <a:solidFill>
                  <a:schemeClr val="dk1"/>
                </a:solidFill>
                <a:latin typeface="Arial"/>
                <a:ea typeface="Arial"/>
                <a:cs typeface="Arial"/>
                <a:sym typeface="Arial"/>
              </a:rPr>
              <a:t>Vielen Dank!</a:t>
            </a:r>
            <a:endParaRPr/>
          </a:p>
        </p:txBody>
      </p:sp>
      <p:sp>
        <p:nvSpPr>
          <p:cNvPr id="105" name="Google Shape;105;p20"/>
          <p:cNvSpPr/>
          <p:nvPr>
            <p:ph idx="2" type="pic"/>
          </p:nvPr>
        </p:nvSpPr>
        <p:spPr>
          <a:xfrm>
            <a:off x="410400" y="1911600"/>
            <a:ext cx="1440000" cy="1440000"/>
          </a:xfrm>
          <a:prstGeom prst="ellipse">
            <a:avLst/>
          </a:prstGeom>
          <a:solidFill>
            <a:srgbClr val="F2F2F2"/>
          </a:solidFill>
          <a:ln>
            <a:noFill/>
          </a:ln>
        </p:spPr>
      </p:sp>
      <p:sp>
        <p:nvSpPr>
          <p:cNvPr id="106" name="Google Shape;106;p20"/>
          <p:cNvSpPr txBox="1"/>
          <p:nvPr>
            <p:ph idx="3" type="body"/>
          </p:nvPr>
        </p:nvSpPr>
        <p:spPr>
          <a:xfrm>
            <a:off x="2174400" y="2093040"/>
            <a:ext cx="3290100" cy="1944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07" name="Google Shape;107;p20"/>
          <p:cNvSpPr txBox="1"/>
          <p:nvPr>
            <p:ph idx="4" type="body"/>
          </p:nvPr>
        </p:nvSpPr>
        <p:spPr>
          <a:xfrm>
            <a:off x="2174399" y="2571750"/>
            <a:ext cx="542700" cy="2166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Font typeface="Arial"/>
              <a:buNone/>
              <a:defRPr b="0" sz="1200">
                <a:solidFill>
                  <a:schemeClr val="dk1"/>
                </a:solidFill>
                <a:latin typeface="Arial"/>
                <a:ea typeface="Arial"/>
                <a:cs typeface="Arial"/>
                <a:sym typeface="Arial"/>
              </a:defRPr>
            </a:lvl1pPr>
            <a:lvl2pPr indent="-304800" lvl="1" marL="914400" algn="l">
              <a:lnSpc>
                <a:spcPct val="120000"/>
              </a:lnSpc>
              <a:spcBef>
                <a:spcPts val="376"/>
              </a:spcBef>
              <a:spcAft>
                <a:spcPts val="0"/>
              </a:spcAft>
              <a:buSzPts val="1200"/>
              <a:buChar char="•"/>
              <a:defRPr b="0" sz="1200">
                <a:solidFill>
                  <a:schemeClr val="dk1"/>
                </a:solidFill>
                <a:latin typeface="Arial"/>
                <a:ea typeface="Arial"/>
                <a:cs typeface="Arial"/>
                <a:sym typeface="Arial"/>
              </a:defRPr>
            </a:lvl2pPr>
            <a:lvl3pPr indent="-304800" lvl="2" marL="1371600" algn="l">
              <a:lnSpc>
                <a:spcPct val="120000"/>
              </a:lnSpc>
              <a:spcBef>
                <a:spcPts val="376"/>
              </a:spcBef>
              <a:spcAft>
                <a:spcPts val="0"/>
              </a:spcAft>
              <a:buSzPts val="1200"/>
              <a:buChar char="•"/>
              <a:defRPr b="0" sz="1200">
                <a:solidFill>
                  <a:schemeClr val="dk1"/>
                </a:solidFill>
                <a:latin typeface="Arial"/>
                <a:ea typeface="Arial"/>
                <a:cs typeface="Arial"/>
                <a:sym typeface="Arial"/>
              </a:defRPr>
            </a:lvl3pPr>
            <a:lvl4pPr indent="-304800" lvl="3" marL="1828800" algn="l">
              <a:lnSpc>
                <a:spcPct val="120000"/>
              </a:lnSpc>
              <a:spcBef>
                <a:spcPts val="376"/>
              </a:spcBef>
              <a:spcAft>
                <a:spcPts val="0"/>
              </a:spcAft>
              <a:buSzPts val="1200"/>
              <a:buChar char="•"/>
              <a:defRPr b="0" sz="1200">
                <a:solidFill>
                  <a:schemeClr val="dk1"/>
                </a:solidFill>
                <a:latin typeface="Arial"/>
                <a:ea typeface="Arial"/>
                <a:cs typeface="Arial"/>
                <a:sym typeface="Arial"/>
              </a:defRPr>
            </a:lvl4pPr>
            <a:lvl5pPr indent="-304800" lvl="4" marL="2286000" algn="l">
              <a:lnSpc>
                <a:spcPct val="120000"/>
              </a:lnSpc>
              <a:spcBef>
                <a:spcPts val="376"/>
              </a:spcBef>
              <a:spcAft>
                <a:spcPts val="0"/>
              </a:spcAft>
              <a:buSzPts val="1200"/>
              <a:buChar char="•"/>
              <a:defRPr b="0" sz="1200">
                <a:solidFill>
                  <a:schemeClr val="dk1"/>
                </a:solidFill>
                <a:latin typeface="Arial"/>
                <a:ea typeface="Arial"/>
                <a:cs typeface="Arial"/>
                <a:sym typeface="Aria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08" name="Google Shape;108;p20"/>
          <p:cNvSpPr txBox="1"/>
          <p:nvPr>
            <p:ph idx="5" type="body"/>
          </p:nvPr>
        </p:nvSpPr>
        <p:spPr>
          <a:xfrm>
            <a:off x="2717045" y="2571750"/>
            <a:ext cx="2747400" cy="216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09" name="Google Shape;109;p20"/>
          <p:cNvSpPr txBox="1"/>
          <p:nvPr>
            <p:ph idx="6" type="body"/>
          </p:nvPr>
        </p:nvSpPr>
        <p:spPr>
          <a:xfrm>
            <a:off x="2174399" y="2803118"/>
            <a:ext cx="1675200" cy="245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10" name="Google Shape;110;p20"/>
          <p:cNvSpPr txBox="1"/>
          <p:nvPr>
            <p:ph idx="7" type="body"/>
          </p:nvPr>
        </p:nvSpPr>
        <p:spPr>
          <a:xfrm>
            <a:off x="3820552" y="2803119"/>
            <a:ext cx="649200" cy="245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11" name="Google Shape;111;p20"/>
          <p:cNvSpPr txBox="1"/>
          <p:nvPr>
            <p:ph idx="8" type="body"/>
          </p:nvPr>
        </p:nvSpPr>
        <p:spPr>
          <a:xfrm>
            <a:off x="2174400" y="3063790"/>
            <a:ext cx="364800" cy="238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12" name="Google Shape;112;p20"/>
          <p:cNvSpPr txBox="1"/>
          <p:nvPr>
            <p:ph idx="9" type="body"/>
          </p:nvPr>
        </p:nvSpPr>
        <p:spPr>
          <a:xfrm>
            <a:off x="2539207" y="3063790"/>
            <a:ext cx="1838400" cy="238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13" name="Google Shape;113;p20"/>
          <p:cNvSpPr txBox="1"/>
          <p:nvPr>
            <p:ph idx="13" type="body"/>
          </p:nvPr>
        </p:nvSpPr>
        <p:spPr>
          <a:xfrm>
            <a:off x="2174399" y="3508234"/>
            <a:ext cx="2499900" cy="218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14" name="Google Shape;114;p20"/>
          <p:cNvSpPr txBox="1"/>
          <p:nvPr>
            <p:ph idx="14" type="body"/>
          </p:nvPr>
        </p:nvSpPr>
        <p:spPr>
          <a:xfrm>
            <a:off x="2174399" y="3747179"/>
            <a:ext cx="3290100" cy="216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15" name="Google Shape;115;p20"/>
          <p:cNvSpPr txBox="1"/>
          <p:nvPr>
            <p:ph idx="15" type="body"/>
          </p:nvPr>
        </p:nvSpPr>
        <p:spPr>
          <a:xfrm>
            <a:off x="2174399" y="3983433"/>
            <a:ext cx="3290100" cy="216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itute_Schlussfolie blau">
  <p:cSld name="Institute_Schlussfolie blau">
    <p:bg>
      <p:bgPr>
        <a:blipFill>
          <a:blip r:embed="rId2">
            <a:alphaModFix/>
          </a:blip>
          <a:stretch>
            <a:fillRect/>
          </a:stretch>
        </a:blipFill>
      </p:bgPr>
    </p:bg>
    <p:spTree>
      <p:nvGrpSpPr>
        <p:cNvPr id="116" name="Shape 116"/>
        <p:cNvGrpSpPr/>
        <p:nvPr/>
      </p:nvGrpSpPr>
      <p:grpSpPr>
        <a:xfrm>
          <a:off x="0" y="0"/>
          <a:ext cx="0" cy="0"/>
          <a:chOff x="0" y="0"/>
          <a:chExt cx="0" cy="0"/>
        </a:xfrm>
      </p:grpSpPr>
      <p:pic>
        <p:nvPicPr>
          <p:cNvPr id="117" name="Google Shape;117;p21"/>
          <p:cNvPicPr preferRelativeResize="0"/>
          <p:nvPr/>
        </p:nvPicPr>
        <p:blipFill rotWithShape="1">
          <a:blip r:embed="rId3">
            <a:alphaModFix/>
          </a:blip>
          <a:srcRect b="0" l="0" r="0" t="0"/>
          <a:stretch/>
        </p:blipFill>
        <p:spPr>
          <a:xfrm>
            <a:off x="406803" y="262280"/>
            <a:ext cx="2056867" cy="431998"/>
          </a:xfrm>
          <a:prstGeom prst="rect">
            <a:avLst/>
          </a:prstGeom>
          <a:noFill/>
          <a:ln>
            <a:noFill/>
          </a:ln>
        </p:spPr>
      </p:pic>
      <p:sp>
        <p:nvSpPr>
          <p:cNvPr id="118" name="Google Shape;118;p21"/>
          <p:cNvSpPr txBox="1"/>
          <p:nvPr>
            <p:ph idx="1" type="body"/>
          </p:nvPr>
        </p:nvSpPr>
        <p:spPr>
          <a:xfrm>
            <a:off x="952454" y="583201"/>
            <a:ext cx="3561900" cy="4350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750"/>
              </a:spcBef>
              <a:spcAft>
                <a:spcPts val="0"/>
              </a:spcAft>
              <a:buSzPts val="1200"/>
              <a:buFont typeface="Arial"/>
              <a:buNone/>
              <a:defRPr sz="1200">
                <a:solidFill>
                  <a:schemeClr val="lt1"/>
                </a:solidFill>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19" name="Google Shape;119;p21"/>
          <p:cNvSpPr txBox="1"/>
          <p:nvPr/>
        </p:nvSpPr>
        <p:spPr>
          <a:xfrm>
            <a:off x="396000" y="1360800"/>
            <a:ext cx="2160000" cy="291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accent2"/>
              </a:buClr>
              <a:buSzPts val="2000"/>
              <a:buFont typeface="Arial"/>
              <a:buNone/>
            </a:pPr>
            <a:r>
              <a:rPr b="1" i="0" lang="en-GB" sz="2000" u="none" cap="none" strike="noStrike">
                <a:solidFill>
                  <a:schemeClr val="lt1"/>
                </a:solidFill>
                <a:latin typeface="Arial"/>
                <a:ea typeface="Arial"/>
                <a:cs typeface="Arial"/>
                <a:sym typeface="Arial"/>
              </a:rPr>
              <a:t>Vielen Dank!</a:t>
            </a:r>
            <a:endParaRPr/>
          </a:p>
        </p:txBody>
      </p:sp>
      <p:sp>
        <p:nvSpPr>
          <p:cNvPr id="120" name="Google Shape;120;p21"/>
          <p:cNvSpPr/>
          <p:nvPr>
            <p:ph idx="2" type="pic"/>
          </p:nvPr>
        </p:nvSpPr>
        <p:spPr>
          <a:xfrm>
            <a:off x="410400" y="1911600"/>
            <a:ext cx="1440000" cy="1440000"/>
          </a:xfrm>
          <a:prstGeom prst="ellipse">
            <a:avLst/>
          </a:prstGeom>
          <a:solidFill>
            <a:schemeClr val="lt1"/>
          </a:solidFill>
          <a:ln>
            <a:noFill/>
          </a:ln>
        </p:spPr>
      </p:sp>
      <p:sp>
        <p:nvSpPr>
          <p:cNvPr id="121" name="Google Shape;121;p21"/>
          <p:cNvSpPr txBox="1"/>
          <p:nvPr>
            <p:ph idx="3" type="body"/>
          </p:nvPr>
        </p:nvSpPr>
        <p:spPr>
          <a:xfrm>
            <a:off x="2174400" y="2093040"/>
            <a:ext cx="3290100" cy="1944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22" name="Google Shape;122;p21"/>
          <p:cNvSpPr txBox="1"/>
          <p:nvPr>
            <p:ph idx="4" type="body"/>
          </p:nvPr>
        </p:nvSpPr>
        <p:spPr>
          <a:xfrm>
            <a:off x="2174399" y="2571750"/>
            <a:ext cx="542700" cy="2166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Font typeface="Arial"/>
              <a:buNone/>
              <a:defRPr b="0" sz="1200">
                <a:solidFill>
                  <a:schemeClr val="lt1"/>
                </a:solidFill>
                <a:latin typeface="Arial"/>
                <a:ea typeface="Arial"/>
                <a:cs typeface="Arial"/>
                <a:sym typeface="Arial"/>
              </a:defRPr>
            </a:lvl1pPr>
            <a:lvl2pPr indent="-304800" lvl="1" marL="914400" algn="l">
              <a:lnSpc>
                <a:spcPct val="120000"/>
              </a:lnSpc>
              <a:spcBef>
                <a:spcPts val="376"/>
              </a:spcBef>
              <a:spcAft>
                <a:spcPts val="0"/>
              </a:spcAft>
              <a:buSzPts val="1200"/>
              <a:buChar char="•"/>
              <a:defRPr b="0" sz="1200">
                <a:solidFill>
                  <a:schemeClr val="dk1"/>
                </a:solidFill>
                <a:latin typeface="Arial"/>
                <a:ea typeface="Arial"/>
                <a:cs typeface="Arial"/>
                <a:sym typeface="Arial"/>
              </a:defRPr>
            </a:lvl2pPr>
            <a:lvl3pPr indent="-304800" lvl="2" marL="1371600" algn="l">
              <a:lnSpc>
                <a:spcPct val="120000"/>
              </a:lnSpc>
              <a:spcBef>
                <a:spcPts val="376"/>
              </a:spcBef>
              <a:spcAft>
                <a:spcPts val="0"/>
              </a:spcAft>
              <a:buSzPts val="1200"/>
              <a:buChar char="•"/>
              <a:defRPr b="0" sz="1200">
                <a:solidFill>
                  <a:schemeClr val="dk1"/>
                </a:solidFill>
                <a:latin typeface="Arial"/>
                <a:ea typeface="Arial"/>
                <a:cs typeface="Arial"/>
                <a:sym typeface="Arial"/>
              </a:defRPr>
            </a:lvl3pPr>
            <a:lvl4pPr indent="-304800" lvl="3" marL="1828800" algn="l">
              <a:lnSpc>
                <a:spcPct val="120000"/>
              </a:lnSpc>
              <a:spcBef>
                <a:spcPts val="376"/>
              </a:spcBef>
              <a:spcAft>
                <a:spcPts val="0"/>
              </a:spcAft>
              <a:buSzPts val="1200"/>
              <a:buChar char="•"/>
              <a:defRPr b="0" sz="1200">
                <a:solidFill>
                  <a:schemeClr val="dk1"/>
                </a:solidFill>
                <a:latin typeface="Arial"/>
                <a:ea typeface="Arial"/>
                <a:cs typeface="Arial"/>
                <a:sym typeface="Arial"/>
              </a:defRPr>
            </a:lvl4pPr>
            <a:lvl5pPr indent="-304800" lvl="4" marL="2286000" algn="l">
              <a:lnSpc>
                <a:spcPct val="120000"/>
              </a:lnSpc>
              <a:spcBef>
                <a:spcPts val="376"/>
              </a:spcBef>
              <a:spcAft>
                <a:spcPts val="0"/>
              </a:spcAft>
              <a:buSzPts val="1200"/>
              <a:buChar char="•"/>
              <a:defRPr b="0" sz="1200">
                <a:solidFill>
                  <a:schemeClr val="dk1"/>
                </a:solidFill>
                <a:latin typeface="Arial"/>
                <a:ea typeface="Arial"/>
                <a:cs typeface="Arial"/>
                <a:sym typeface="Aria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23" name="Google Shape;123;p21"/>
          <p:cNvSpPr txBox="1"/>
          <p:nvPr>
            <p:ph idx="5" type="body"/>
          </p:nvPr>
        </p:nvSpPr>
        <p:spPr>
          <a:xfrm>
            <a:off x="2717045" y="2571750"/>
            <a:ext cx="2747400" cy="216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24" name="Google Shape;124;p21"/>
          <p:cNvSpPr txBox="1"/>
          <p:nvPr>
            <p:ph idx="6" type="body"/>
          </p:nvPr>
        </p:nvSpPr>
        <p:spPr>
          <a:xfrm>
            <a:off x="2174399" y="2803118"/>
            <a:ext cx="1675200" cy="245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25" name="Google Shape;125;p21"/>
          <p:cNvSpPr txBox="1"/>
          <p:nvPr>
            <p:ph idx="7" type="body"/>
          </p:nvPr>
        </p:nvSpPr>
        <p:spPr>
          <a:xfrm>
            <a:off x="3820552" y="2803118"/>
            <a:ext cx="649200" cy="245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26" name="Google Shape;126;p21"/>
          <p:cNvSpPr txBox="1"/>
          <p:nvPr>
            <p:ph idx="8" type="body"/>
          </p:nvPr>
        </p:nvSpPr>
        <p:spPr>
          <a:xfrm>
            <a:off x="2174400" y="3063790"/>
            <a:ext cx="364800" cy="238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27" name="Google Shape;127;p21"/>
          <p:cNvSpPr txBox="1"/>
          <p:nvPr>
            <p:ph idx="9" type="body"/>
          </p:nvPr>
        </p:nvSpPr>
        <p:spPr>
          <a:xfrm>
            <a:off x="2539207" y="3063790"/>
            <a:ext cx="1838400" cy="238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28" name="Google Shape;128;p21"/>
          <p:cNvSpPr txBox="1"/>
          <p:nvPr>
            <p:ph idx="13" type="body"/>
          </p:nvPr>
        </p:nvSpPr>
        <p:spPr>
          <a:xfrm>
            <a:off x="2174399" y="3508234"/>
            <a:ext cx="2499900" cy="218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29" name="Google Shape;129;p21"/>
          <p:cNvSpPr txBox="1"/>
          <p:nvPr>
            <p:ph idx="14" type="body"/>
          </p:nvPr>
        </p:nvSpPr>
        <p:spPr>
          <a:xfrm>
            <a:off x="2174399" y="3747179"/>
            <a:ext cx="3290100" cy="216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30" name="Google Shape;130;p21"/>
          <p:cNvSpPr txBox="1"/>
          <p:nvPr>
            <p:ph idx="15" type="body"/>
          </p:nvPr>
        </p:nvSpPr>
        <p:spPr>
          <a:xfrm>
            <a:off x="2174399" y="3983433"/>
            <a:ext cx="3290100" cy="216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2zeilig und Inhalt">
  <p:cSld name="Titel 2zeilig und Inhalt">
    <p:spTree>
      <p:nvGrpSpPr>
        <p:cNvPr id="131" name="Shape 131"/>
        <p:cNvGrpSpPr/>
        <p:nvPr/>
      </p:nvGrpSpPr>
      <p:grpSpPr>
        <a:xfrm>
          <a:off x="0" y="0"/>
          <a:ext cx="0" cy="0"/>
          <a:chOff x="0" y="0"/>
          <a:chExt cx="0" cy="0"/>
        </a:xfrm>
      </p:grpSpPr>
      <p:sp>
        <p:nvSpPr>
          <p:cNvPr id="132" name="Google Shape;132;p22"/>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2"/>
          <p:cNvSpPr txBox="1"/>
          <p:nvPr>
            <p:ph idx="1" type="body"/>
          </p:nvPr>
        </p:nvSpPr>
        <p:spPr>
          <a:xfrm>
            <a:off x="468316" y="951549"/>
            <a:ext cx="8244000" cy="37590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750"/>
              </a:spcBef>
              <a:spcAft>
                <a:spcPts val="0"/>
              </a:spcAft>
              <a:buSzPts val="1800"/>
              <a:buChar char="•"/>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34" name="Google Shape;134;p22"/>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2"/>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2"/>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pitel" type="secHead">
  <p:cSld name="SECTION_HEADER">
    <p:bg>
      <p:bgPr>
        <a:blipFill>
          <a:blip r:embed="rId2">
            <a:alphaModFix/>
          </a:blip>
          <a:stretch>
            <a:fillRect/>
          </a:stretch>
        </a:blipFill>
      </p:bgPr>
    </p:bg>
    <p:spTree>
      <p:nvGrpSpPr>
        <p:cNvPr id="137" name="Shape 137"/>
        <p:cNvGrpSpPr/>
        <p:nvPr/>
      </p:nvGrpSpPr>
      <p:grpSpPr>
        <a:xfrm>
          <a:off x="0" y="0"/>
          <a:ext cx="0" cy="0"/>
          <a:chOff x="0" y="0"/>
          <a:chExt cx="0" cy="0"/>
        </a:xfrm>
      </p:grpSpPr>
      <p:sp>
        <p:nvSpPr>
          <p:cNvPr id="138" name="Google Shape;138;p23"/>
          <p:cNvSpPr/>
          <p:nvPr/>
        </p:nvSpPr>
        <p:spPr>
          <a:xfrm>
            <a:off x="1279949" y="0"/>
            <a:ext cx="6543725" cy="3533140"/>
          </a:xfrm>
          <a:custGeom>
            <a:rect b="b" l="l" r="r" t="t"/>
            <a:pathLst>
              <a:path extrusionOk="0" h="3533140" w="6543725">
                <a:moveTo>
                  <a:pt x="10560" y="0"/>
                </a:moveTo>
                <a:lnTo>
                  <a:pt x="6533165" y="0"/>
                </a:lnTo>
                <a:lnTo>
                  <a:pt x="6543725" y="261277"/>
                </a:lnTo>
                <a:lnTo>
                  <a:pt x="6532879" y="529622"/>
                </a:lnTo>
                <a:lnTo>
                  <a:pt x="6500902" y="791992"/>
                </a:lnTo>
                <a:lnTo>
                  <a:pt x="6448637" y="1047546"/>
                </a:lnTo>
                <a:lnTo>
                  <a:pt x="6376924" y="1295442"/>
                </a:lnTo>
                <a:lnTo>
                  <a:pt x="6286607" y="1534837"/>
                </a:lnTo>
                <a:lnTo>
                  <a:pt x="6178527" y="1764890"/>
                </a:lnTo>
                <a:lnTo>
                  <a:pt x="6053527" y="1984758"/>
                </a:lnTo>
                <a:lnTo>
                  <a:pt x="5912448" y="2193600"/>
                </a:lnTo>
                <a:lnTo>
                  <a:pt x="5756132" y="2390573"/>
                </a:lnTo>
                <a:lnTo>
                  <a:pt x="5585421" y="2574836"/>
                </a:lnTo>
                <a:lnTo>
                  <a:pt x="5401159" y="2745547"/>
                </a:lnTo>
                <a:lnTo>
                  <a:pt x="5204185" y="2901862"/>
                </a:lnTo>
                <a:lnTo>
                  <a:pt x="4995343" y="3042941"/>
                </a:lnTo>
                <a:lnTo>
                  <a:pt x="4775475" y="3167942"/>
                </a:lnTo>
                <a:lnTo>
                  <a:pt x="4545422" y="3276022"/>
                </a:lnTo>
                <a:lnTo>
                  <a:pt x="4306027" y="3366339"/>
                </a:lnTo>
                <a:lnTo>
                  <a:pt x="4058131" y="3438051"/>
                </a:lnTo>
                <a:lnTo>
                  <a:pt x="3802577" y="3490317"/>
                </a:lnTo>
                <a:lnTo>
                  <a:pt x="3540207" y="3522294"/>
                </a:lnTo>
                <a:lnTo>
                  <a:pt x="3271862" y="3533140"/>
                </a:lnTo>
                <a:lnTo>
                  <a:pt x="3003520" y="3522294"/>
                </a:lnTo>
                <a:lnTo>
                  <a:pt x="2741151" y="3490317"/>
                </a:lnTo>
                <a:lnTo>
                  <a:pt x="2485598" y="3438051"/>
                </a:lnTo>
                <a:lnTo>
                  <a:pt x="2237703" y="3366339"/>
                </a:lnTo>
                <a:lnTo>
                  <a:pt x="1998308" y="3276022"/>
                </a:lnTo>
                <a:lnTo>
                  <a:pt x="1768256" y="3167942"/>
                </a:lnTo>
                <a:lnTo>
                  <a:pt x="1548387" y="3042941"/>
                </a:lnTo>
                <a:lnTo>
                  <a:pt x="1339545" y="2901862"/>
                </a:lnTo>
                <a:lnTo>
                  <a:pt x="1142571" y="2745547"/>
                </a:lnTo>
                <a:lnTo>
                  <a:pt x="958308" y="2574836"/>
                </a:lnTo>
                <a:lnTo>
                  <a:pt x="787597" y="2390573"/>
                </a:lnTo>
                <a:lnTo>
                  <a:pt x="631281" y="2193600"/>
                </a:lnTo>
                <a:lnTo>
                  <a:pt x="490201" y="1984758"/>
                </a:lnTo>
                <a:lnTo>
                  <a:pt x="365200" y="1764890"/>
                </a:lnTo>
                <a:lnTo>
                  <a:pt x="257120" y="1534837"/>
                </a:lnTo>
                <a:lnTo>
                  <a:pt x="166802" y="1295442"/>
                </a:lnTo>
                <a:lnTo>
                  <a:pt x="95089" y="1047546"/>
                </a:lnTo>
                <a:lnTo>
                  <a:pt x="42823" y="791992"/>
                </a:lnTo>
                <a:lnTo>
                  <a:pt x="10846" y="529622"/>
                </a:lnTo>
                <a:lnTo>
                  <a:pt x="0" y="261277"/>
                </a:lnTo>
                <a:lnTo>
                  <a:pt x="1056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139" name="Google Shape;139;p23"/>
          <p:cNvSpPr txBox="1"/>
          <p:nvPr>
            <p:ph idx="1" type="body"/>
          </p:nvPr>
        </p:nvSpPr>
        <p:spPr>
          <a:xfrm>
            <a:off x="2492756" y="566845"/>
            <a:ext cx="4118100" cy="1995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sz="1200">
                <a:solidFill>
                  <a:schemeClr val="dk1"/>
                </a:solidFill>
              </a:defRPr>
            </a:lvl1pPr>
            <a:lvl2pPr indent="-228600" lvl="1" marL="914400" algn="l">
              <a:lnSpc>
                <a:spcPct val="120000"/>
              </a:lnSpc>
              <a:spcBef>
                <a:spcPts val="376"/>
              </a:spcBef>
              <a:spcAft>
                <a:spcPts val="0"/>
              </a:spcAft>
              <a:buSzPts val="1500"/>
              <a:buNone/>
              <a:defRPr sz="1500">
                <a:solidFill>
                  <a:srgbClr val="909194"/>
                </a:solidFill>
              </a:defRPr>
            </a:lvl2pPr>
            <a:lvl3pPr indent="-228600" lvl="2" marL="1371600" algn="l">
              <a:lnSpc>
                <a:spcPct val="120000"/>
              </a:lnSpc>
              <a:spcBef>
                <a:spcPts val="376"/>
              </a:spcBef>
              <a:spcAft>
                <a:spcPts val="0"/>
              </a:spcAft>
              <a:buSzPts val="1350"/>
              <a:buNone/>
              <a:defRPr sz="1350">
                <a:solidFill>
                  <a:srgbClr val="909194"/>
                </a:solidFill>
              </a:defRPr>
            </a:lvl3pPr>
            <a:lvl4pPr indent="-228600" lvl="3" marL="1828800" algn="l">
              <a:lnSpc>
                <a:spcPct val="120000"/>
              </a:lnSpc>
              <a:spcBef>
                <a:spcPts val="376"/>
              </a:spcBef>
              <a:spcAft>
                <a:spcPts val="0"/>
              </a:spcAft>
              <a:buSzPts val="1200"/>
              <a:buNone/>
              <a:defRPr sz="1200">
                <a:solidFill>
                  <a:srgbClr val="909194"/>
                </a:solidFill>
              </a:defRPr>
            </a:lvl4pPr>
            <a:lvl5pPr indent="-228600" lvl="4" marL="2286000" algn="l">
              <a:lnSpc>
                <a:spcPct val="120000"/>
              </a:lnSpc>
              <a:spcBef>
                <a:spcPts val="376"/>
              </a:spcBef>
              <a:spcAft>
                <a:spcPts val="0"/>
              </a:spcAft>
              <a:buSzPts val="1200"/>
              <a:buNone/>
              <a:defRPr sz="1200">
                <a:solidFill>
                  <a:srgbClr val="909194"/>
                </a:solidFill>
              </a:defRPr>
            </a:lvl5pPr>
            <a:lvl6pPr indent="-228600" lvl="5" marL="2743200" algn="l">
              <a:lnSpc>
                <a:spcPct val="90000"/>
              </a:lnSpc>
              <a:spcBef>
                <a:spcPts val="376"/>
              </a:spcBef>
              <a:spcAft>
                <a:spcPts val="0"/>
              </a:spcAft>
              <a:buClr>
                <a:srgbClr val="909194"/>
              </a:buClr>
              <a:buSzPts val="1200"/>
              <a:buNone/>
              <a:defRPr sz="1200">
                <a:solidFill>
                  <a:srgbClr val="909194"/>
                </a:solidFill>
              </a:defRPr>
            </a:lvl6pPr>
            <a:lvl7pPr indent="-228600" lvl="6" marL="3200400" algn="l">
              <a:lnSpc>
                <a:spcPct val="90000"/>
              </a:lnSpc>
              <a:spcBef>
                <a:spcPts val="376"/>
              </a:spcBef>
              <a:spcAft>
                <a:spcPts val="0"/>
              </a:spcAft>
              <a:buClr>
                <a:srgbClr val="909194"/>
              </a:buClr>
              <a:buSzPts val="1200"/>
              <a:buNone/>
              <a:defRPr sz="1200">
                <a:solidFill>
                  <a:srgbClr val="909194"/>
                </a:solidFill>
              </a:defRPr>
            </a:lvl7pPr>
            <a:lvl8pPr indent="-228600" lvl="7" marL="3657600" algn="l">
              <a:lnSpc>
                <a:spcPct val="90000"/>
              </a:lnSpc>
              <a:spcBef>
                <a:spcPts val="376"/>
              </a:spcBef>
              <a:spcAft>
                <a:spcPts val="0"/>
              </a:spcAft>
              <a:buClr>
                <a:srgbClr val="909194"/>
              </a:buClr>
              <a:buSzPts val="1200"/>
              <a:buNone/>
              <a:defRPr sz="1200">
                <a:solidFill>
                  <a:srgbClr val="909194"/>
                </a:solidFill>
              </a:defRPr>
            </a:lvl8pPr>
            <a:lvl9pPr indent="-228600" lvl="8" marL="4114800" algn="l">
              <a:lnSpc>
                <a:spcPct val="90000"/>
              </a:lnSpc>
              <a:spcBef>
                <a:spcPts val="376"/>
              </a:spcBef>
              <a:spcAft>
                <a:spcPts val="0"/>
              </a:spcAft>
              <a:buClr>
                <a:srgbClr val="909194"/>
              </a:buClr>
              <a:buSzPts val="1200"/>
              <a:buNone/>
              <a:defRPr sz="1200">
                <a:solidFill>
                  <a:srgbClr val="909194"/>
                </a:solidFill>
              </a:defRPr>
            </a:lvl9pPr>
          </a:lstStyle>
          <a:p/>
        </p:txBody>
      </p:sp>
      <p:sp>
        <p:nvSpPr>
          <p:cNvPr id="140" name="Google Shape;140;p23"/>
          <p:cNvSpPr txBox="1"/>
          <p:nvPr>
            <p:ph type="title"/>
          </p:nvPr>
        </p:nvSpPr>
        <p:spPr>
          <a:xfrm>
            <a:off x="2492756" y="809999"/>
            <a:ext cx="4118100" cy="185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terkapitel">
  <p:cSld name="Unterkapitel">
    <p:bg>
      <p:bgPr>
        <a:solidFill>
          <a:schemeClr val="dk1"/>
        </a:solidFill>
      </p:bgPr>
    </p:bg>
    <p:spTree>
      <p:nvGrpSpPr>
        <p:cNvPr id="141" name="Shape 141"/>
        <p:cNvGrpSpPr/>
        <p:nvPr/>
      </p:nvGrpSpPr>
      <p:grpSpPr>
        <a:xfrm>
          <a:off x="0" y="0"/>
          <a:ext cx="0" cy="0"/>
          <a:chOff x="0" y="0"/>
          <a:chExt cx="0" cy="0"/>
        </a:xfrm>
      </p:grpSpPr>
      <p:sp>
        <p:nvSpPr>
          <p:cNvPr id="142" name="Google Shape;142;p24"/>
          <p:cNvSpPr txBox="1"/>
          <p:nvPr>
            <p:ph idx="1" type="body"/>
          </p:nvPr>
        </p:nvSpPr>
        <p:spPr>
          <a:xfrm>
            <a:off x="2422803" y="1749602"/>
            <a:ext cx="3026700" cy="1995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sz="1200">
                <a:solidFill>
                  <a:schemeClr val="lt1"/>
                </a:solidFill>
              </a:defRPr>
            </a:lvl1pPr>
            <a:lvl2pPr indent="-228600" lvl="1" marL="914400" algn="l">
              <a:lnSpc>
                <a:spcPct val="120000"/>
              </a:lnSpc>
              <a:spcBef>
                <a:spcPts val="376"/>
              </a:spcBef>
              <a:spcAft>
                <a:spcPts val="0"/>
              </a:spcAft>
              <a:buSzPts val="1500"/>
              <a:buNone/>
              <a:defRPr sz="1500">
                <a:solidFill>
                  <a:srgbClr val="909194"/>
                </a:solidFill>
              </a:defRPr>
            </a:lvl2pPr>
            <a:lvl3pPr indent="-228600" lvl="2" marL="1371600" algn="l">
              <a:lnSpc>
                <a:spcPct val="120000"/>
              </a:lnSpc>
              <a:spcBef>
                <a:spcPts val="376"/>
              </a:spcBef>
              <a:spcAft>
                <a:spcPts val="0"/>
              </a:spcAft>
              <a:buSzPts val="1350"/>
              <a:buNone/>
              <a:defRPr sz="1350">
                <a:solidFill>
                  <a:srgbClr val="909194"/>
                </a:solidFill>
              </a:defRPr>
            </a:lvl3pPr>
            <a:lvl4pPr indent="-228600" lvl="3" marL="1828800" algn="l">
              <a:lnSpc>
                <a:spcPct val="120000"/>
              </a:lnSpc>
              <a:spcBef>
                <a:spcPts val="376"/>
              </a:spcBef>
              <a:spcAft>
                <a:spcPts val="0"/>
              </a:spcAft>
              <a:buSzPts val="1200"/>
              <a:buNone/>
              <a:defRPr sz="1200">
                <a:solidFill>
                  <a:srgbClr val="909194"/>
                </a:solidFill>
              </a:defRPr>
            </a:lvl4pPr>
            <a:lvl5pPr indent="-228600" lvl="4" marL="2286000" algn="l">
              <a:lnSpc>
                <a:spcPct val="120000"/>
              </a:lnSpc>
              <a:spcBef>
                <a:spcPts val="376"/>
              </a:spcBef>
              <a:spcAft>
                <a:spcPts val="0"/>
              </a:spcAft>
              <a:buSzPts val="1200"/>
              <a:buNone/>
              <a:defRPr sz="1200">
                <a:solidFill>
                  <a:srgbClr val="909194"/>
                </a:solidFill>
              </a:defRPr>
            </a:lvl5pPr>
            <a:lvl6pPr indent="-228600" lvl="5" marL="2743200" algn="l">
              <a:lnSpc>
                <a:spcPct val="90000"/>
              </a:lnSpc>
              <a:spcBef>
                <a:spcPts val="376"/>
              </a:spcBef>
              <a:spcAft>
                <a:spcPts val="0"/>
              </a:spcAft>
              <a:buClr>
                <a:srgbClr val="909194"/>
              </a:buClr>
              <a:buSzPts val="1200"/>
              <a:buNone/>
              <a:defRPr sz="1200">
                <a:solidFill>
                  <a:srgbClr val="909194"/>
                </a:solidFill>
              </a:defRPr>
            </a:lvl6pPr>
            <a:lvl7pPr indent="-228600" lvl="6" marL="3200400" algn="l">
              <a:lnSpc>
                <a:spcPct val="90000"/>
              </a:lnSpc>
              <a:spcBef>
                <a:spcPts val="376"/>
              </a:spcBef>
              <a:spcAft>
                <a:spcPts val="0"/>
              </a:spcAft>
              <a:buClr>
                <a:srgbClr val="909194"/>
              </a:buClr>
              <a:buSzPts val="1200"/>
              <a:buNone/>
              <a:defRPr sz="1200">
                <a:solidFill>
                  <a:srgbClr val="909194"/>
                </a:solidFill>
              </a:defRPr>
            </a:lvl7pPr>
            <a:lvl8pPr indent="-228600" lvl="7" marL="3657600" algn="l">
              <a:lnSpc>
                <a:spcPct val="90000"/>
              </a:lnSpc>
              <a:spcBef>
                <a:spcPts val="376"/>
              </a:spcBef>
              <a:spcAft>
                <a:spcPts val="0"/>
              </a:spcAft>
              <a:buClr>
                <a:srgbClr val="909194"/>
              </a:buClr>
              <a:buSzPts val="1200"/>
              <a:buNone/>
              <a:defRPr sz="1200">
                <a:solidFill>
                  <a:srgbClr val="909194"/>
                </a:solidFill>
              </a:defRPr>
            </a:lvl8pPr>
            <a:lvl9pPr indent="-228600" lvl="8" marL="4114800" algn="l">
              <a:lnSpc>
                <a:spcPct val="90000"/>
              </a:lnSpc>
              <a:spcBef>
                <a:spcPts val="376"/>
              </a:spcBef>
              <a:spcAft>
                <a:spcPts val="0"/>
              </a:spcAft>
              <a:buClr>
                <a:srgbClr val="909194"/>
              </a:buClr>
              <a:buSzPts val="1200"/>
              <a:buNone/>
              <a:defRPr sz="1200">
                <a:solidFill>
                  <a:srgbClr val="909194"/>
                </a:solidFill>
              </a:defRPr>
            </a:lvl9pPr>
          </a:lstStyle>
          <a:p/>
        </p:txBody>
      </p:sp>
      <p:sp>
        <p:nvSpPr>
          <p:cNvPr id="143" name="Google Shape;143;p24"/>
          <p:cNvSpPr txBox="1"/>
          <p:nvPr>
            <p:ph type="title"/>
          </p:nvPr>
        </p:nvSpPr>
        <p:spPr>
          <a:xfrm>
            <a:off x="2422802" y="2025000"/>
            <a:ext cx="5526600" cy="810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itat Layout">
  <p:cSld name="Zitat Layout">
    <p:spTree>
      <p:nvGrpSpPr>
        <p:cNvPr id="144" name="Shape 144"/>
        <p:cNvGrpSpPr/>
        <p:nvPr/>
      </p:nvGrpSpPr>
      <p:grpSpPr>
        <a:xfrm>
          <a:off x="0" y="0"/>
          <a:ext cx="0" cy="0"/>
          <a:chOff x="0" y="0"/>
          <a:chExt cx="0" cy="0"/>
        </a:xfrm>
      </p:grpSpPr>
      <p:sp>
        <p:nvSpPr>
          <p:cNvPr id="145" name="Google Shape;145;p25"/>
          <p:cNvSpPr/>
          <p:nvPr/>
        </p:nvSpPr>
        <p:spPr>
          <a:xfrm>
            <a:off x="329255" y="-1"/>
            <a:ext cx="7836111" cy="4230935"/>
          </a:xfrm>
          <a:custGeom>
            <a:rect b="b" l="l" r="r" t="t"/>
            <a:pathLst>
              <a:path extrusionOk="0" h="3533140" w="6543725">
                <a:moveTo>
                  <a:pt x="10560" y="0"/>
                </a:moveTo>
                <a:lnTo>
                  <a:pt x="6533165" y="0"/>
                </a:lnTo>
                <a:lnTo>
                  <a:pt x="6543725" y="261277"/>
                </a:lnTo>
                <a:lnTo>
                  <a:pt x="6532879" y="529622"/>
                </a:lnTo>
                <a:lnTo>
                  <a:pt x="6500902" y="791992"/>
                </a:lnTo>
                <a:lnTo>
                  <a:pt x="6448637" y="1047546"/>
                </a:lnTo>
                <a:lnTo>
                  <a:pt x="6376924" y="1295442"/>
                </a:lnTo>
                <a:lnTo>
                  <a:pt x="6286607" y="1534837"/>
                </a:lnTo>
                <a:lnTo>
                  <a:pt x="6178527" y="1764890"/>
                </a:lnTo>
                <a:lnTo>
                  <a:pt x="6053527" y="1984758"/>
                </a:lnTo>
                <a:lnTo>
                  <a:pt x="5912448" y="2193600"/>
                </a:lnTo>
                <a:lnTo>
                  <a:pt x="5756132" y="2390573"/>
                </a:lnTo>
                <a:lnTo>
                  <a:pt x="5585421" y="2574836"/>
                </a:lnTo>
                <a:lnTo>
                  <a:pt x="5401159" y="2745547"/>
                </a:lnTo>
                <a:lnTo>
                  <a:pt x="5204185" y="2901862"/>
                </a:lnTo>
                <a:lnTo>
                  <a:pt x="4995343" y="3042941"/>
                </a:lnTo>
                <a:lnTo>
                  <a:pt x="4775475" y="3167942"/>
                </a:lnTo>
                <a:lnTo>
                  <a:pt x="4545422" y="3276022"/>
                </a:lnTo>
                <a:lnTo>
                  <a:pt x="4306027" y="3366339"/>
                </a:lnTo>
                <a:lnTo>
                  <a:pt x="4058131" y="3438051"/>
                </a:lnTo>
                <a:lnTo>
                  <a:pt x="3802577" y="3490317"/>
                </a:lnTo>
                <a:lnTo>
                  <a:pt x="3540207" y="3522294"/>
                </a:lnTo>
                <a:lnTo>
                  <a:pt x="3271862" y="3533140"/>
                </a:lnTo>
                <a:lnTo>
                  <a:pt x="3003520" y="3522294"/>
                </a:lnTo>
                <a:lnTo>
                  <a:pt x="2741151" y="3490317"/>
                </a:lnTo>
                <a:lnTo>
                  <a:pt x="2485598" y="3438051"/>
                </a:lnTo>
                <a:lnTo>
                  <a:pt x="2237703" y="3366339"/>
                </a:lnTo>
                <a:lnTo>
                  <a:pt x="1998308" y="3276022"/>
                </a:lnTo>
                <a:lnTo>
                  <a:pt x="1768256" y="3167942"/>
                </a:lnTo>
                <a:lnTo>
                  <a:pt x="1548387" y="3042941"/>
                </a:lnTo>
                <a:lnTo>
                  <a:pt x="1339545" y="2901862"/>
                </a:lnTo>
                <a:lnTo>
                  <a:pt x="1142571" y="2745547"/>
                </a:lnTo>
                <a:lnTo>
                  <a:pt x="958308" y="2574836"/>
                </a:lnTo>
                <a:lnTo>
                  <a:pt x="787597" y="2390573"/>
                </a:lnTo>
                <a:lnTo>
                  <a:pt x="631281" y="2193600"/>
                </a:lnTo>
                <a:lnTo>
                  <a:pt x="490201" y="1984758"/>
                </a:lnTo>
                <a:lnTo>
                  <a:pt x="365200" y="1764890"/>
                </a:lnTo>
                <a:lnTo>
                  <a:pt x="257120" y="1534837"/>
                </a:lnTo>
                <a:lnTo>
                  <a:pt x="166802" y="1295442"/>
                </a:lnTo>
                <a:lnTo>
                  <a:pt x="95089" y="1047546"/>
                </a:lnTo>
                <a:lnTo>
                  <a:pt x="42823" y="791992"/>
                </a:lnTo>
                <a:lnTo>
                  <a:pt x="10846" y="529622"/>
                </a:lnTo>
                <a:lnTo>
                  <a:pt x="0" y="261277"/>
                </a:lnTo>
                <a:lnTo>
                  <a:pt x="1056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146" name="Google Shape;146;p25"/>
          <p:cNvSpPr/>
          <p:nvPr/>
        </p:nvSpPr>
        <p:spPr>
          <a:xfrm>
            <a:off x="5700215" y="2594272"/>
            <a:ext cx="2049145" cy="2049145"/>
          </a:xfrm>
          <a:custGeom>
            <a:rect b="b" l="l" r="r" t="t"/>
            <a:pathLst>
              <a:path extrusionOk="0" h="2049145" w="2049145">
                <a:moveTo>
                  <a:pt x="1024432" y="0"/>
                </a:moveTo>
                <a:lnTo>
                  <a:pt x="940414" y="3395"/>
                </a:lnTo>
                <a:lnTo>
                  <a:pt x="858266" y="13407"/>
                </a:lnTo>
                <a:lnTo>
                  <a:pt x="778251" y="29772"/>
                </a:lnTo>
                <a:lnTo>
                  <a:pt x="700635" y="52225"/>
                </a:lnTo>
                <a:lnTo>
                  <a:pt x="625679" y="80504"/>
                </a:lnTo>
                <a:lnTo>
                  <a:pt x="553649" y="114344"/>
                </a:lnTo>
                <a:lnTo>
                  <a:pt x="484808" y="153482"/>
                </a:lnTo>
                <a:lnTo>
                  <a:pt x="419418" y="197654"/>
                </a:lnTo>
                <a:lnTo>
                  <a:pt x="357745" y="246597"/>
                </a:lnTo>
                <a:lnTo>
                  <a:pt x="300051" y="300047"/>
                </a:lnTo>
                <a:lnTo>
                  <a:pt x="246601" y="357740"/>
                </a:lnTo>
                <a:lnTo>
                  <a:pt x="197657" y="419413"/>
                </a:lnTo>
                <a:lnTo>
                  <a:pt x="153485" y="484802"/>
                </a:lnTo>
                <a:lnTo>
                  <a:pt x="114346" y="553644"/>
                </a:lnTo>
                <a:lnTo>
                  <a:pt x="80505" y="625674"/>
                </a:lnTo>
                <a:lnTo>
                  <a:pt x="52226" y="700630"/>
                </a:lnTo>
                <a:lnTo>
                  <a:pt x="29773" y="778247"/>
                </a:lnTo>
                <a:lnTo>
                  <a:pt x="13408" y="858262"/>
                </a:lnTo>
                <a:lnTo>
                  <a:pt x="3396" y="940412"/>
                </a:lnTo>
                <a:lnTo>
                  <a:pt x="0" y="1024432"/>
                </a:lnTo>
                <a:lnTo>
                  <a:pt x="3396" y="1108453"/>
                </a:lnTo>
                <a:lnTo>
                  <a:pt x="13408" y="1190602"/>
                </a:lnTo>
                <a:lnTo>
                  <a:pt x="29773" y="1270617"/>
                </a:lnTo>
                <a:lnTo>
                  <a:pt x="52226" y="1348235"/>
                </a:lnTo>
                <a:lnTo>
                  <a:pt x="80505" y="1423190"/>
                </a:lnTo>
                <a:lnTo>
                  <a:pt x="114346" y="1495221"/>
                </a:lnTo>
                <a:lnTo>
                  <a:pt x="153485" y="1564063"/>
                </a:lnTo>
                <a:lnTo>
                  <a:pt x="197657" y="1629452"/>
                </a:lnTo>
                <a:lnTo>
                  <a:pt x="246601" y="1691125"/>
                </a:lnTo>
                <a:lnTo>
                  <a:pt x="300051" y="1748818"/>
                </a:lnTo>
                <a:lnTo>
                  <a:pt x="357745" y="1802268"/>
                </a:lnTo>
                <a:lnTo>
                  <a:pt x="419418" y="1851211"/>
                </a:lnTo>
                <a:lnTo>
                  <a:pt x="484808" y="1895383"/>
                </a:lnTo>
                <a:lnTo>
                  <a:pt x="553649" y="1934521"/>
                </a:lnTo>
                <a:lnTo>
                  <a:pt x="625679" y="1968361"/>
                </a:lnTo>
                <a:lnTo>
                  <a:pt x="700635" y="1996639"/>
                </a:lnTo>
                <a:lnTo>
                  <a:pt x="778251" y="2019093"/>
                </a:lnTo>
                <a:lnTo>
                  <a:pt x="858266" y="2035457"/>
                </a:lnTo>
                <a:lnTo>
                  <a:pt x="940414" y="2045469"/>
                </a:lnTo>
                <a:lnTo>
                  <a:pt x="1024432" y="2048865"/>
                </a:lnTo>
                <a:lnTo>
                  <a:pt x="1108453" y="2045469"/>
                </a:lnTo>
                <a:lnTo>
                  <a:pt x="1190602" y="2035457"/>
                </a:lnTo>
                <a:lnTo>
                  <a:pt x="1270617" y="2019093"/>
                </a:lnTo>
                <a:lnTo>
                  <a:pt x="1348235" y="1996639"/>
                </a:lnTo>
                <a:lnTo>
                  <a:pt x="1423190" y="1968361"/>
                </a:lnTo>
                <a:lnTo>
                  <a:pt x="1495221" y="1934521"/>
                </a:lnTo>
                <a:lnTo>
                  <a:pt x="1564063" y="1895383"/>
                </a:lnTo>
                <a:lnTo>
                  <a:pt x="1629452" y="1851211"/>
                </a:lnTo>
                <a:lnTo>
                  <a:pt x="1691125" y="1802268"/>
                </a:lnTo>
                <a:lnTo>
                  <a:pt x="1748818" y="1748818"/>
                </a:lnTo>
                <a:lnTo>
                  <a:pt x="1802268" y="1691125"/>
                </a:lnTo>
                <a:lnTo>
                  <a:pt x="1851211" y="1629452"/>
                </a:lnTo>
                <a:lnTo>
                  <a:pt x="1895383" y="1564063"/>
                </a:lnTo>
                <a:lnTo>
                  <a:pt x="1934521" y="1495221"/>
                </a:lnTo>
                <a:lnTo>
                  <a:pt x="1968361" y="1423190"/>
                </a:lnTo>
                <a:lnTo>
                  <a:pt x="1996639" y="1348235"/>
                </a:lnTo>
                <a:lnTo>
                  <a:pt x="2019093" y="1270617"/>
                </a:lnTo>
                <a:lnTo>
                  <a:pt x="2035457" y="1190602"/>
                </a:lnTo>
                <a:lnTo>
                  <a:pt x="2045469" y="1108453"/>
                </a:lnTo>
                <a:lnTo>
                  <a:pt x="2048865" y="1024432"/>
                </a:lnTo>
                <a:lnTo>
                  <a:pt x="2045469" y="940412"/>
                </a:lnTo>
                <a:lnTo>
                  <a:pt x="2035457" y="858262"/>
                </a:lnTo>
                <a:lnTo>
                  <a:pt x="2019093" y="778247"/>
                </a:lnTo>
                <a:lnTo>
                  <a:pt x="1996639" y="700630"/>
                </a:lnTo>
                <a:lnTo>
                  <a:pt x="1968361" y="625674"/>
                </a:lnTo>
                <a:lnTo>
                  <a:pt x="1934521" y="553644"/>
                </a:lnTo>
                <a:lnTo>
                  <a:pt x="1895383" y="484802"/>
                </a:lnTo>
                <a:lnTo>
                  <a:pt x="1851211" y="419413"/>
                </a:lnTo>
                <a:lnTo>
                  <a:pt x="1802268" y="357740"/>
                </a:lnTo>
                <a:lnTo>
                  <a:pt x="1748818" y="300047"/>
                </a:lnTo>
                <a:lnTo>
                  <a:pt x="1691125" y="246597"/>
                </a:lnTo>
                <a:lnTo>
                  <a:pt x="1629452" y="197654"/>
                </a:lnTo>
                <a:lnTo>
                  <a:pt x="1564063" y="153482"/>
                </a:lnTo>
                <a:lnTo>
                  <a:pt x="1495221" y="114344"/>
                </a:lnTo>
                <a:lnTo>
                  <a:pt x="1423190" y="80504"/>
                </a:lnTo>
                <a:lnTo>
                  <a:pt x="1348235" y="52225"/>
                </a:lnTo>
                <a:lnTo>
                  <a:pt x="1270617" y="29772"/>
                </a:lnTo>
                <a:lnTo>
                  <a:pt x="1190602" y="13407"/>
                </a:lnTo>
                <a:lnTo>
                  <a:pt x="1108453" y="3395"/>
                </a:lnTo>
                <a:lnTo>
                  <a:pt x="1024432"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4">
              <a:solidFill>
                <a:schemeClr val="dk1"/>
              </a:solidFill>
              <a:latin typeface="Arial"/>
              <a:ea typeface="Arial"/>
              <a:cs typeface="Arial"/>
              <a:sym typeface="Arial"/>
            </a:endParaRPr>
          </a:p>
        </p:txBody>
      </p:sp>
      <p:pic>
        <p:nvPicPr>
          <p:cNvPr id="147" name="Google Shape;147;p25"/>
          <p:cNvPicPr preferRelativeResize="0"/>
          <p:nvPr/>
        </p:nvPicPr>
        <p:blipFill rotWithShape="1">
          <a:blip r:embed="rId2">
            <a:alphaModFix/>
          </a:blip>
          <a:srcRect b="30630" l="36173" r="38078" t="52912"/>
          <a:stretch/>
        </p:blipFill>
        <p:spPr>
          <a:xfrm>
            <a:off x="6038986" y="3139196"/>
            <a:ext cx="1234978" cy="973952"/>
          </a:xfrm>
          <a:prstGeom prst="rect">
            <a:avLst/>
          </a:prstGeom>
          <a:noFill/>
          <a:ln>
            <a:noFill/>
          </a:ln>
        </p:spPr>
      </p:pic>
      <p:sp>
        <p:nvSpPr>
          <p:cNvPr id="148" name="Google Shape;148;p25"/>
          <p:cNvSpPr txBox="1"/>
          <p:nvPr>
            <p:ph idx="1" type="body"/>
          </p:nvPr>
        </p:nvSpPr>
        <p:spPr>
          <a:xfrm>
            <a:off x="1695600" y="646043"/>
            <a:ext cx="4834500" cy="1863300"/>
          </a:xfrm>
          <a:prstGeom prst="rect">
            <a:avLst/>
          </a:prstGeom>
          <a:noFill/>
          <a:ln>
            <a:noFill/>
          </a:ln>
        </p:spPr>
        <p:txBody>
          <a:bodyPr anchorCtr="0" anchor="b" bIns="0" lIns="0" spcFirstLastPara="1" rIns="0" wrap="square" tIns="0">
            <a:noAutofit/>
          </a:bodyPr>
          <a:lstStyle>
            <a:lvl1pPr indent="-228600" lvl="0" marL="457200" algn="l">
              <a:lnSpc>
                <a:spcPct val="90000"/>
              </a:lnSpc>
              <a:spcBef>
                <a:spcPts val="0"/>
              </a:spcBef>
              <a:spcAft>
                <a:spcPts val="0"/>
              </a:spcAft>
              <a:buSzPts val="3200"/>
              <a:buNone/>
              <a:defRPr b="1" sz="3200">
                <a:solidFill>
                  <a:schemeClr val="lt1"/>
                </a:solidFill>
              </a:defRPr>
            </a:lvl1pPr>
            <a:lvl2pPr indent="-444500" lvl="1" marL="914400" algn="l">
              <a:lnSpc>
                <a:spcPct val="120000"/>
              </a:lnSpc>
              <a:spcBef>
                <a:spcPts val="376"/>
              </a:spcBef>
              <a:spcAft>
                <a:spcPts val="0"/>
              </a:spcAft>
              <a:buSzPts val="3400"/>
              <a:buChar char="•"/>
              <a:defRPr b="1" sz="3400">
                <a:solidFill>
                  <a:schemeClr val="lt1"/>
                </a:solidFill>
              </a:defRPr>
            </a:lvl2pPr>
            <a:lvl3pPr indent="-444500" lvl="2" marL="1371600" algn="l">
              <a:lnSpc>
                <a:spcPct val="120000"/>
              </a:lnSpc>
              <a:spcBef>
                <a:spcPts val="376"/>
              </a:spcBef>
              <a:spcAft>
                <a:spcPts val="0"/>
              </a:spcAft>
              <a:buSzPts val="3400"/>
              <a:buChar char="•"/>
              <a:defRPr b="1" sz="3400">
                <a:solidFill>
                  <a:schemeClr val="lt1"/>
                </a:solidFill>
              </a:defRPr>
            </a:lvl3pPr>
            <a:lvl4pPr indent="-444500" lvl="3" marL="1828800" algn="l">
              <a:lnSpc>
                <a:spcPct val="120000"/>
              </a:lnSpc>
              <a:spcBef>
                <a:spcPts val="376"/>
              </a:spcBef>
              <a:spcAft>
                <a:spcPts val="0"/>
              </a:spcAft>
              <a:buSzPts val="3400"/>
              <a:buChar char="•"/>
              <a:defRPr b="1" sz="3400">
                <a:solidFill>
                  <a:schemeClr val="lt1"/>
                </a:solidFill>
              </a:defRPr>
            </a:lvl4pPr>
            <a:lvl5pPr indent="-444500" lvl="4" marL="2286000" algn="l">
              <a:lnSpc>
                <a:spcPct val="120000"/>
              </a:lnSpc>
              <a:spcBef>
                <a:spcPts val="376"/>
              </a:spcBef>
              <a:spcAft>
                <a:spcPts val="0"/>
              </a:spcAft>
              <a:buSzPts val="3400"/>
              <a:buChar char="•"/>
              <a:defRPr b="1" sz="3400">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49" name="Google Shape;149;p25"/>
          <p:cNvSpPr txBox="1"/>
          <p:nvPr>
            <p:ph idx="2" type="body"/>
          </p:nvPr>
        </p:nvSpPr>
        <p:spPr>
          <a:xfrm>
            <a:off x="1695603" y="2721601"/>
            <a:ext cx="3805800" cy="4176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0"/>
              </a:spcBef>
              <a:spcAft>
                <a:spcPts val="0"/>
              </a:spcAft>
              <a:buSzPts val="1200"/>
              <a:buNone/>
              <a:defRPr b="1" sz="1200">
                <a:solidFill>
                  <a:schemeClr val="lt1"/>
                </a:solidFill>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50" name="Google Shape;150;p25"/>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5"/>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5"/>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p:cSld name="Zwei Inhalte">
    <p:spTree>
      <p:nvGrpSpPr>
        <p:cNvPr id="153" name="Shape 153"/>
        <p:cNvGrpSpPr/>
        <p:nvPr/>
      </p:nvGrpSpPr>
      <p:grpSpPr>
        <a:xfrm>
          <a:off x="0" y="0"/>
          <a:ext cx="0" cy="0"/>
          <a:chOff x="0" y="0"/>
          <a:chExt cx="0" cy="0"/>
        </a:xfrm>
      </p:grpSpPr>
      <p:sp>
        <p:nvSpPr>
          <p:cNvPr id="154" name="Google Shape;154;p26"/>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26"/>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56" name="Google Shape;156;p26"/>
          <p:cNvSpPr txBox="1"/>
          <p:nvPr>
            <p:ph idx="2" type="body"/>
          </p:nvPr>
        </p:nvSpPr>
        <p:spPr>
          <a:xfrm>
            <a:off x="468000" y="1008000"/>
            <a:ext cx="3960000" cy="37080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750"/>
              </a:spcBef>
              <a:spcAft>
                <a:spcPts val="0"/>
              </a:spcAft>
              <a:buSzPts val="1800"/>
              <a:buChar char="•"/>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57" name="Google Shape;157;p26"/>
          <p:cNvSpPr txBox="1"/>
          <p:nvPr>
            <p:ph idx="3" type="body"/>
          </p:nvPr>
        </p:nvSpPr>
        <p:spPr>
          <a:xfrm>
            <a:off x="4752200" y="1008000"/>
            <a:ext cx="3960000" cy="37080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750"/>
              </a:spcBef>
              <a:spcAft>
                <a:spcPts val="0"/>
              </a:spcAft>
              <a:buSzPts val="1800"/>
              <a:buChar char="•"/>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58" name="Google Shape;158;p26"/>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6"/>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6"/>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p:cSld name="Vergleich">
    <p:spTree>
      <p:nvGrpSpPr>
        <p:cNvPr id="161" name="Shape 161"/>
        <p:cNvGrpSpPr/>
        <p:nvPr/>
      </p:nvGrpSpPr>
      <p:grpSpPr>
        <a:xfrm>
          <a:off x="0" y="0"/>
          <a:ext cx="0" cy="0"/>
          <a:chOff x="0" y="0"/>
          <a:chExt cx="0" cy="0"/>
        </a:xfrm>
      </p:grpSpPr>
      <p:sp>
        <p:nvSpPr>
          <p:cNvPr id="162" name="Google Shape;162;p27"/>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27"/>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64" name="Google Shape;164;p27"/>
          <p:cNvSpPr txBox="1"/>
          <p:nvPr>
            <p:ph idx="2" type="body"/>
          </p:nvPr>
        </p:nvSpPr>
        <p:spPr>
          <a:xfrm>
            <a:off x="468000" y="1008000"/>
            <a:ext cx="3960000" cy="215100"/>
          </a:xfrm>
          <a:prstGeom prst="rect">
            <a:avLst/>
          </a:prstGeom>
          <a:noFill/>
          <a:ln>
            <a:noFill/>
          </a:ln>
        </p:spPr>
        <p:txBody>
          <a:bodyPr anchorCtr="0" anchor="b" bIns="0" lIns="0" spcFirstLastPara="1" rIns="0" wrap="square" tIns="0">
            <a:noAutofit/>
          </a:bodyPr>
          <a:lstStyle>
            <a:lvl1pPr indent="-228600" lvl="0" marL="457200" algn="l">
              <a:lnSpc>
                <a:spcPct val="120000"/>
              </a:lnSpc>
              <a:spcBef>
                <a:spcPts val="750"/>
              </a:spcBef>
              <a:spcAft>
                <a:spcPts val="0"/>
              </a:spcAft>
              <a:buSzPts val="1400"/>
              <a:buNone/>
              <a:defRPr b="0" sz="1400" cap="none">
                <a:solidFill>
                  <a:schemeClr val="accent1"/>
                </a:solidFill>
              </a:defRPr>
            </a:lvl1pPr>
            <a:lvl2pPr indent="-228600" lvl="1" marL="914400" algn="l">
              <a:lnSpc>
                <a:spcPct val="120000"/>
              </a:lnSpc>
              <a:spcBef>
                <a:spcPts val="376"/>
              </a:spcBef>
              <a:spcAft>
                <a:spcPts val="0"/>
              </a:spcAft>
              <a:buSzPts val="1500"/>
              <a:buNone/>
              <a:defRPr b="1" sz="1500"/>
            </a:lvl2pPr>
            <a:lvl3pPr indent="-228600" lvl="2" marL="1371600" algn="l">
              <a:lnSpc>
                <a:spcPct val="120000"/>
              </a:lnSpc>
              <a:spcBef>
                <a:spcPts val="376"/>
              </a:spcBef>
              <a:spcAft>
                <a:spcPts val="0"/>
              </a:spcAft>
              <a:buSzPts val="1350"/>
              <a:buNone/>
              <a:defRPr b="1" sz="1350"/>
            </a:lvl3pPr>
            <a:lvl4pPr indent="-228600" lvl="3" marL="1828800" algn="l">
              <a:lnSpc>
                <a:spcPct val="120000"/>
              </a:lnSpc>
              <a:spcBef>
                <a:spcPts val="376"/>
              </a:spcBef>
              <a:spcAft>
                <a:spcPts val="0"/>
              </a:spcAft>
              <a:buSzPts val="1200"/>
              <a:buNone/>
              <a:defRPr b="1" sz="1200"/>
            </a:lvl4pPr>
            <a:lvl5pPr indent="-228600" lvl="4" marL="2286000" algn="l">
              <a:lnSpc>
                <a:spcPct val="120000"/>
              </a:lnSpc>
              <a:spcBef>
                <a:spcPts val="376"/>
              </a:spcBef>
              <a:spcAft>
                <a:spcPts val="0"/>
              </a:spcAft>
              <a:buSzPts val="1200"/>
              <a:buNone/>
              <a:defRPr b="1" sz="1200"/>
            </a:lvl5pPr>
            <a:lvl6pPr indent="-228600" lvl="5" marL="2743200" algn="l">
              <a:lnSpc>
                <a:spcPct val="90000"/>
              </a:lnSpc>
              <a:spcBef>
                <a:spcPts val="376"/>
              </a:spcBef>
              <a:spcAft>
                <a:spcPts val="0"/>
              </a:spcAft>
              <a:buClr>
                <a:schemeClr val="dk1"/>
              </a:buClr>
              <a:buSzPts val="1200"/>
              <a:buNone/>
              <a:defRPr b="1" sz="1200"/>
            </a:lvl6pPr>
            <a:lvl7pPr indent="-228600" lvl="6" marL="3200400" algn="l">
              <a:lnSpc>
                <a:spcPct val="90000"/>
              </a:lnSpc>
              <a:spcBef>
                <a:spcPts val="376"/>
              </a:spcBef>
              <a:spcAft>
                <a:spcPts val="0"/>
              </a:spcAft>
              <a:buClr>
                <a:schemeClr val="dk1"/>
              </a:buClr>
              <a:buSzPts val="1200"/>
              <a:buNone/>
              <a:defRPr b="1" sz="1200"/>
            </a:lvl7pPr>
            <a:lvl8pPr indent="-228600" lvl="7" marL="3657600" algn="l">
              <a:lnSpc>
                <a:spcPct val="90000"/>
              </a:lnSpc>
              <a:spcBef>
                <a:spcPts val="376"/>
              </a:spcBef>
              <a:spcAft>
                <a:spcPts val="0"/>
              </a:spcAft>
              <a:buClr>
                <a:schemeClr val="dk1"/>
              </a:buClr>
              <a:buSzPts val="1200"/>
              <a:buNone/>
              <a:defRPr b="1" sz="1200"/>
            </a:lvl8pPr>
            <a:lvl9pPr indent="-228600" lvl="8" marL="4114800" algn="l">
              <a:lnSpc>
                <a:spcPct val="90000"/>
              </a:lnSpc>
              <a:spcBef>
                <a:spcPts val="376"/>
              </a:spcBef>
              <a:spcAft>
                <a:spcPts val="0"/>
              </a:spcAft>
              <a:buClr>
                <a:schemeClr val="dk1"/>
              </a:buClr>
              <a:buSzPts val="1200"/>
              <a:buNone/>
              <a:defRPr b="1" sz="1200"/>
            </a:lvl9pPr>
          </a:lstStyle>
          <a:p/>
        </p:txBody>
      </p:sp>
      <p:sp>
        <p:nvSpPr>
          <p:cNvPr id="165" name="Google Shape;165;p27"/>
          <p:cNvSpPr txBox="1"/>
          <p:nvPr>
            <p:ph idx="3" type="body"/>
          </p:nvPr>
        </p:nvSpPr>
        <p:spPr>
          <a:xfrm>
            <a:off x="468000" y="1296000"/>
            <a:ext cx="3960000" cy="34200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750"/>
              </a:spcBef>
              <a:spcAft>
                <a:spcPts val="0"/>
              </a:spcAft>
              <a:buSzPts val="1800"/>
              <a:buChar char="•"/>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66" name="Google Shape;166;p27"/>
          <p:cNvSpPr txBox="1"/>
          <p:nvPr>
            <p:ph idx="4" type="body"/>
          </p:nvPr>
        </p:nvSpPr>
        <p:spPr>
          <a:xfrm>
            <a:off x="4752200" y="1008000"/>
            <a:ext cx="3960000" cy="215100"/>
          </a:xfrm>
          <a:prstGeom prst="rect">
            <a:avLst/>
          </a:prstGeom>
          <a:noFill/>
          <a:ln>
            <a:noFill/>
          </a:ln>
        </p:spPr>
        <p:txBody>
          <a:bodyPr anchorCtr="0" anchor="b" bIns="0" lIns="0" spcFirstLastPara="1" rIns="0" wrap="square" tIns="0">
            <a:noAutofit/>
          </a:bodyPr>
          <a:lstStyle>
            <a:lvl1pPr indent="-228600" lvl="0" marL="457200" algn="l">
              <a:lnSpc>
                <a:spcPct val="120000"/>
              </a:lnSpc>
              <a:spcBef>
                <a:spcPts val="750"/>
              </a:spcBef>
              <a:spcAft>
                <a:spcPts val="0"/>
              </a:spcAft>
              <a:buSzPts val="1400"/>
              <a:buNone/>
              <a:defRPr b="0" sz="1400" cap="none">
                <a:solidFill>
                  <a:schemeClr val="accent1"/>
                </a:solidFill>
              </a:defRPr>
            </a:lvl1pPr>
            <a:lvl2pPr indent="-228600" lvl="1" marL="914400" algn="l">
              <a:lnSpc>
                <a:spcPct val="120000"/>
              </a:lnSpc>
              <a:spcBef>
                <a:spcPts val="376"/>
              </a:spcBef>
              <a:spcAft>
                <a:spcPts val="0"/>
              </a:spcAft>
              <a:buSzPts val="1500"/>
              <a:buNone/>
              <a:defRPr b="1" sz="1500"/>
            </a:lvl2pPr>
            <a:lvl3pPr indent="-228600" lvl="2" marL="1371600" algn="l">
              <a:lnSpc>
                <a:spcPct val="120000"/>
              </a:lnSpc>
              <a:spcBef>
                <a:spcPts val="376"/>
              </a:spcBef>
              <a:spcAft>
                <a:spcPts val="0"/>
              </a:spcAft>
              <a:buSzPts val="1350"/>
              <a:buNone/>
              <a:defRPr b="1" sz="1350"/>
            </a:lvl3pPr>
            <a:lvl4pPr indent="-228600" lvl="3" marL="1828800" algn="l">
              <a:lnSpc>
                <a:spcPct val="120000"/>
              </a:lnSpc>
              <a:spcBef>
                <a:spcPts val="376"/>
              </a:spcBef>
              <a:spcAft>
                <a:spcPts val="0"/>
              </a:spcAft>
              <a:buSzPts val="1200"/>
              <a:buNone/>
              <a:defRPr b="1" sz="1200"/>
            </a:lvl4pPr>
            <a:lvl5pPr indent="-228600" lvl="4" marL="2286000" algn="l">
              <a:lnSpc>
                <a:spcPct val="120000"/>
              </a:lnSpc>
              <a:spcBef>
                <a:spcPts val="376"/>
              </a:spcBef>
              <a:spcAft>
                <a:spcPts val="0"/>
              </a:spcAft>
              <a:buSzPts val="1200"/>
              <a:buNone/>
              <a:defRPr b="1" sz="1200"/>
            </a:lvl5pPr>
            <a:lvl6pPr indent="-228600" lvl="5" marL="2743200" algn="l">
              <a:lnSpc>
                <a:spcPct val="90000"/>
              </a:lnSpc>
              <a:spcBef>
                <a:spcPts val="376"/>
              </a:spcBef>
              <a:spcAft>
                <a:spcPts val="0"/>
              </a:spcAft>
              <a:buClr>
                <a:schemeClr val="dk1"/>
              </a:buClr>
              <a:buSzPts val="1200"/>
              <a:buNone/>
              <a:defRPr b="1" sz="1200"/>
            </a:lvl6pPr>
            <a:lvl7pPr indent="-228600" lvl="6" marL="3200400" algn="l">
              <a:lnSpc>
                <a:spcPct val="90000"/>
              </a:lnSpc>
              <a:spcBef>
                <a:spcPts val="376"/>
              </a:spcBef>
              <a:spcAft>
                <a:spcPts val="0"/>
              </a:spcAft>
              <a:buClr>
                <a:schemeClr val="dk1"/>
              </a:buClr>
              <a:buSzPts val="1200"/>
              <a:buNone/>
              <a:defRPr b="1" sz="1200"/>
            </a:lvl7pPr>
            <a:lvl8pPr indent="-228600" lvl="7" marL="3657600" algn="l">
              <a:lnSpc>
                <a:spcPct val="90000"/>
              </a:lnSpc>
              <a:spcBef>
                <a:spcPts val="376"/>
              </a:spcBef>
              <a:spcAft>
                <a:spcPts val="0"/>
              </a:spcAft>
              <a:buClr>
                <a:schemeClr val="dk1"/>
              </a:buClr>
              <a:buSzPts val="1200"/>
              <a:buNone/>
              <a:defRPr b="1" sz="1200"/>
            </a:lvl8pPr>
            <a:lvl9pPr indent="-228600" lvl="8" marL="4114800" algn="l">
              <a:lnSpc>
                <a:spcPct val="90000"/>
              </a:lnSpc>
              <a:spcBef>
                <a:spcPts val="376"/>
              </a:spcBef>
              <a:spcAft>
                <a:spcPts val="0"/>
              </a:spcAft>
              <a:buClr>
                <a:schemeClr val="dk1"/>
              </a:buClr>
              <a:buSzPts val="1200"/>
              <a:buNone/>
              <a:defRPr b="1" sz="1200"/>
            </a:lvl9pPr>
          </a:lstStyle>
          <a:p/>
        </p:txBody>
      </p:sp>
      <p:sp>
        <p:nvSpPr>
          <p:cNvPr id="167" name="Google Shape;167;p27"/>
          <p:cNvSpPr txBox="1"/>
          <p:nvPr>
            <p:ph idx="5" type="body"/>
          </p:nvPr>
        </p:nvSpPr>
        <p:spPr>
          <a:xfrm>
            <a:off x="4752200" y="1296000"/>
            <a:ext cx="3960000" cy="34200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750"/>
              </a:spcBef>
              <a:spcAft>
                <a:spcPts val="0"/>
              </a:spcAft>
              <a:buSzPts val="1800"/>
              <a:buChar char="•"/>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68" name="Google Shape;168;p27"/>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7"/>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27"/>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und Bilder vertikal">
  <p:cSld name="Text und Bilder vertikal">
    <p:spTree>
      <p:nvGrpSpPr>
        <p:cNvPr id="171" name="Shape 171"/>
        <p:cNvGrpSpPr/>
        <p:nvPr/>
      </p:nvGrpSpPr>
      <p:grpSpPr>
        <a:xfrm>
          <a:off x="0" y="0"/>
          <a:ext cx="0" cy="0"/>
          <a:chOff x="0" y="0"/>
          <a:chExt cx="0" cy="0"/>
        </a:xfrm>
      </p:grpSpPr>
      <p:sp>
        <p:nvSpPr>
          <p:cNvPr id="172" name="Google Shape;172;p28"/>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28"/>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74" name="Google Shape;174;p28"/>
          <p:cNvSpPr txBox="1"/>
          <p:nvPr>
            <p:ph idx="2" type="body"/>
          </p:nvPr>
        </p:nvSpPr>
        <p:spPr>
          <a:xfrm>
            <a:off x="468000" y="1008000"/>
            <a:ext cx="4176000" cy="37080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750"/>
              </a:spcBef>
              <a:spcAft>
                <a:spcPts val="0"/>
              </a:spcAft>
              <a:buSzPts val="1800"/>
              <a:buChar char="•"/>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75" name="Google Shape;175;p28"/>
          <p:cNvSpPr/>
          <p:nvPr>
            <p:ph idx="3" type="pic"/>
          </p:nvPr>
        </p:nvSpPr>
        <p:spPr>
          <a:xfrm>
            <a:off x="4895688" y="1007999"/>
            <a:ext cx="3816600" cy="1790400"/>
          </a:xfrm>
          <a:prstGeom prst="rect">
            <a:avLst/>
          </a:prstGeom>
          <a:solidFill>
            <a:srgbClr val="F2F2F2"/>
          </a:solidFill>
          <a:ln>
            <a:noFill/>
          </a:ln>
        </p:spPr>
      </p:sp>
      <p:sp>
        <p:nvSpPr>
          <p:cNvPr id="176" name="Google Shape;176;p28"/>
          <p:cNvSpPr/>
          <p:nvPr>
            <p:ph idx="4" type="pic"/>
          </p:nvPr>
        </p:nvSpPr>
        <p:spPr>
          <a:xfrm>
            <a:off x="4895688" y="2863788"/>
            <a:ext cx="3816600" cy="1846800"/>
          </a:xfrm>
          <a:prstGeom prst="rect">
            <a:avLst/>
          </a:prstGeom>
          <a:solidFill>
            <a:srgbClr val="F2F2F2"/>
          </a:solidFill>
          <a:ln>
            <a:noFill/>
          </a:ln>
        </p:spPr>
      </p:sp>
      <p:sp>
        <p:nvSpPr>
          <p:cNvPr id="177" name="Google Shape;177;p28"/>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8"/>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28"/>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und Bild Hochformat">
  <p:cSld name="Text und Bild Hochformat">
    <p:spTree>
      <p:nvGrpSpPr>
        <p:cNvPr id="180" name="Shape 180"/>
        <p:cNvGrpSpPr/>
        <p:nvPr/>
      </p:nvGrpSpPr>
      <p:grpSpPr>
        <a:xfrm>
          <a:off x="0" y="0"/>
          <a:ext cx="0" cy="0"/>
          <a:chOff x="0" y="0"/>
          <a:chExt cx="0" cy="0"/>
        </a:xfrm>
      </p:grpSpPr>
      <p:sp>
        <p:nvSpPr>
          <p:cNvPr id="181" name="Google Shape;181;p29"/>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29"/>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83" name="Google Shape;183;p29"/>
          <p:cNvSpPr txBox="1"/>
          <p:nvPr>
            <p:ph idx="2" type="body"/>
          </p:nvPr>
        </p:nvSpPr>
        <p:spPr>
          <a:xfrm>
            <a:off x="468000" y="1008000"/>
            <a:ext cx="4176900" cy="3708000"/>
          </a:xfrm>
          <a:prstGeom prst="rect">
            <a:avLst/>
          </a:prstGeom>
          <a:noFill/>
          <a:ln>
            <a:noFill/>
          </a:ln>
        </p:spPr>
        <p:txBody>
          <a:bodyPr anchorCtr="0" anchor="t" bIns="0" lIns="0" spcFirstLastPara="1" rIns="0" wrap="square" tIns="0">
            <a:noAutofit/>
          </a:bodyPr>
          <a:lstStyle>
            <a:lvl1pPr indent="-342900" lvl="0" marL="457200" algn="l">
              <a:lnSpc>
                <a:spcPct val="120000"/>
              </a:lnSpc>
              <a:spcBef>
                <a:spcPts val="750"/>
              </a:spcBef>
              <a:spcAft>
                <a:spcPts val="0"/>
              </a:spcAft>
              <a:buSzPts val="1800"/>
              <a:buChar char="•"/>
              <a:defRPr/>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84" name="Google Shape;184;p29"/>
          <p:cNvSpPr/>
          <p:nvPr>
            <p:ph idx="3" type="pic"/>
          </p:nvPr>
        </p:nvSpPr>
        <p:spPr>
          <a:xfrm>
            <a:off x="4895688" y="1008000"/>
            <a:ext cx="3816600" cy="3708000"/>
          </a:xfrm>
          <a:prstGeom prst="rect">
            <a:avLst/>
          </a:prstGeom>
          <a:solidFill>
            <a:srgbClr val="F2F2F2"/>
          </a:solidFill>
          <a:ln>
            <a:noFill/>
          </a:ln>
        </p:spPr>
      </p:sp>
      <p:sp>
        <p:nvSpPr>
          <p:cNvPr id="185" name="Google Shape;185;p29"/>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9"/>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9"/>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Bilder">
  <p:cSld name="5 Bilder">
    <p:spTree>
      <p:nvGrpSpPr>
        <p:cNvPr id="188" name="Shape 188"/>
        <p:cNvGrpSpPr/>
        <p:nvPr/>
      </p:nvGrpSpPr>
      <p:grpSpPr>
        <a:xfrm>
          <a:off x="0" y="0"/>
          <a:ext cx="0" cy="0"/>
          <a:chOff x="0" y="0"/>
          <a:chExt cx="0" cy="0"/>
        </a:xfrm>
      </p:grpSpPr>
      <p:sp>
        <p:nvSpPr>
          <p:cNvPr id="189" name="Google Shape;189;p30"/>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30"/>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191" name="Google Shape;191;p30"/>
          <p:cNvSpPr/>
          <p:nvPr>
            <p:ph idx="2" type="pic"/>
          </p:nvPr>
        </p:nvSpPr>
        <p:spPr>
          <a:xfrm>
            <a:off x="0" y="951548"/>
            <a:ext cx="3240000" cy="2073600"/>
          </a:xfrm>
          <a:prstGeom prst="rect">
            <a:avLst/>
          </a:prstGeom>
          <a:solidFill>
            <a:srgbClr val="F2F2F2"/>
          </a:solidFill>
          <a:ln>
            <a:noFill/>
          </a:ln>
        </p:spPr>
      </p:sp>
      <p:sp>
        <p:nvSpPr>
          <p:cNvPr id="192" name="Google Shape;192;p30"/>
          <p:cNvSpPr/>
          <p:nvPr>
            <p:ph idx="3" type="pic"/>
          </p:nvPr>
        </p:nvSpPr>
        <p:spPr>
          <a:xfrm>
            <a:off x="3240003" y="951548"/>
            <a:ext cx="3240000" cy="2073600"/>
          </a:xfrm>
          <a:prstGeom prst="rect">
            <a:avLst/>
          </a:prstGeom>
          <a:solidFill>
            <a:srgbClr val="F2F2F2"/>
          </a:solidFill>
          <a:ln>
            <a:noFill/>
          </a:ln>
        </p:spPr>
      </p:sp>
      <p:sp>
        <p:nvSpPr>
          <p:cNvPr id="193" name="Google Shape;193;p30"/>
          <p:cNvSpPr/>
          <p:nvPr>
            <p:ph idx="4" type="pic"/>
          </p:nvPr>
        </p:nvSpPr>
        <p:spPr>
          <a:xfrm>
            <a:off x="0" y="3038621"/>
            <a:ext cx="3240000" cy="2104800"/>
          </a:xfrm>
          <a:prstGeom prst="rect">
            <a:avLst/>
          </a:prstGeom>
          <a:solidFill>
            <a:srgbClr val="F2F2F2"/>
          </a:solidFill>
          <a:ln>
            <a:noFill/>
          </a:ln>
        </p:spPr>
      </p:sp>
      <p:sp>
        <p:nvSpPr>
          <p:cNvPr id="194" name="Google Shape;194;p30"/>
          <p:cNvSpPr/>
          <p:nvPr>
            <p:ph idx="5" type="pic"/>
          </p:nvPr>
        </p:nvSpPr>
        <p:spPr>
          <a:xfrm>
            <a:off x="3240000" y="3038621"/>
            <a:ext cx="3240000" cy="2104800"/>
          </a:xfrm>
          <a:prstGeom prst="rect">
            <a:avLst/>
          </a:prstGeom>
          <a:solidFill>
            <a:srgbClr val="F2F2F2"/>
          </a:solidFill>
          <a:ln>
            <a:noFill/>
          </a:ln>
        </p:spPr>
      </p:sp>
      <p:sp>
        <p:nvSpPr>
          <p:cNvPr id="195" name="Google Shape;195;p30"/>
          <p:cNvSpPr/>
          <p:nvPr>
            <p:ph idx="6" type="pic"/>
          </p:nvPr>
        </p:nvSpPr>
        <p:spPr>
          <a:xfrm>
            <a:off x="6480000" y="951549"/>
            <a:ext cx="2664000" cy="4191900"/>
          </a:xfrm>
          <a:prstGeom prst="rect">
            <a:avLst/>
          </a:prstGeom>
          <a:solidFill>
            <a:srgbClr val="F2F2F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mit runden Bildern">
  <p:cSld name="Text mit runden Bildern">
    <p:spTree>
      <p:nvGrpSpPr>
        <p:cNvPr id="196" name="Shape 196"/>
        <p:cNvGrpSpPr/>
        <p:nvPr/>
      </p:nvGrpSpPr>
      <p:grpSpPr>
        <a:xfrm>
          <a:off x="0" y="0"/>
          <a:ext cx="0" cy="0"/>
          <a:chOff x="0" y="0"/>
          <a:chExt cx="0" cy="0"/>
        </a:xfrm>
      </p:grpSpPr>
      <p:sp>
        <p:nvSpPr>
          <p:cNvPr id="197" name="Google Shape;197;p31"/>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31"/>
          <p:cNvSpPr/>
          <p:nvPr>
            <p:ph idx="2" type="pic"/>
          </p:nvPr>
        </p:nvSpPr>
        <p:spPr>
          <a:xfrm>
            <a:off x="482226" y="957295"/>
            <a:ext cx="1080000" cy="1080000"/>
          </a:xfrm>
          <a:prstGeom prst="ellipse">
            <a:avLst/>
          </a:prstGeom>
          <a:solidFill>
            <a:srgbClr val="F2F2F2"/>
          </a:solidFill>
          <a:ln>
            <a:noFill/>
          </a:ln>
        </p:spPr>
      </p:sp>
      <p:sp>
        <p:nvSpPr>
          <p:cNvPr id="199" name="Google Shape;199;p31"/>
          <p:cNvSpPr txBox="1"/>
          <p:nvPr>
            <p:ph idx="1" type="body"/>
          </p:nvPr>
        </p:nvSpPr>
        <p:spPr>
          <a:xfrm>
            <a:off x="1818000" y="957295"/>
            <a:ext cx="6894300" cy="1080000"/>
          </a:xfrm>
          <a:prstGeom prst="rect">
            <a:avLst/>
          </a:prstGeom>
          <a:noFill/>
          <a:ln>
            <a:noFill/>
          </a:ln>
        </p:spPr>
        <p:txBody>
          <a:bodyPr anchorCtr="0" anchor="ctr" bIns="0" lIns="0" spcFirstLastPara="1" rIns="0" wrap="square" tIns="0">
            <a:noAutofit/>
          </a:bodyPr>
          <a:lstStyle>
            <a:lvl1pPr indent="-228600" lvl="0" marL="457200" algn="l">
              <a:lnSpc>
                <a:spcPct val="120000"/>
              </a:lnSpc>
              <a:spcBef>
                <a:spcPts val="750"/>
              </a:spcBef>
              <a:spcAft>
                <a:spcPts val="0"/>
              </a:spcAft>
              <a:buSzPts val="1400"/>
              <a:buNone/>
              <a:defRPr b="0" sz="14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00" name="Google Shape;200;p31"/>
          <p:cNvSpPr/>
          <p:nvPr>
            <p:ph idx="3" type="pic"/>
          </p:nvPr>
        </p:nvSpPr>
        <p:spPr>
          <a:xfrm>
            <a:off x="482226" y="2284074"/>
            <a:ext cx="1080000" cy="1080000"/>
          </a:xfrm>
          <a:prstGeom prst="ellipse">
            <a:avLst/>
          </a:prstGeom>
          <a:solidFill>
            <a:srgbClr val="F2F2F2"/>
          </a:solidFill>
          <a:ln>
            <a:noFill/>
          </a:ln>
        </p:spPr>
      </p:sp>
      <p:sp>
        <p:nvSpPr>
          <p:cNvPr id="201" name="Google Shape;201;p31"/>
          <p:cNvSpPr txBox="1"/>
          <p:nvPr>
            <p:ph idx="4" type="body"/>
          </p:nvPr>
        </p:nvSpPr>
        <p:spPr>
          <a:xfrm>
            <a:off x="1818000" y="2284074"/>
            <a:ext cx="6894300" cy="1080000"/>
          </a:xfrm>
          <a:prstGeom prst="rect">
            <a:avLst/>
          </a:prstGeom>
          <a:noFill/>
          <a:ln>
            <a:noFill/>
          </a:ln>
        </p:spPr>
        <p:txBody>
          <a:bodyPr anchorCtr="0" anchor="ctr" bIns="0" lIns="0" spcFirstLastPara="1" rIns="0" wrap="square" tIns="0">
            <a:noAutofit/>
          </a:bodyPr>
          <a:lstStyle>
            <a:lvl1pPr indent="-228600" lvl="0" marL="457200" algn="l">
              <a:lnSpc>
                <a:spcPct val="120000"/>
              </a:lnSpc>
              <a:spcBef>
                <a:spcPts val="750"/>
              </a:spcBef>
              <a:spcAft>
                <a:spcPts val="0"/>
              </a:spcAft>
              <a:buSzPts val="1400"/>
              <a:buNone/>
              <a:defRPr b="0" sz="14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02" name="Google Shape;202;p31"/>
          <p:cNvSpPr/>
          <p:nvPr>
            <p:ph idx="5" type="pic"/>
          </p:nvPr>
        </p:nvSpPr>
        <p:spPr>
          <a:xfrm>
            <a:off x="482226" y="3610853"/>
            <a:ext cx="1080000" cy="1080000"/>
          </a:xfrm>
          <a:prstGeom prst="ellipse">
            <a:avLst/>
          </a:prstGeom>
          <a:solidFill>
            <a:srgbClr val="F2F2F2"/>
          </a:solidFill>
          <a:ln>
            <a:noFill/>
          </a:ln>
        </p:spPr>
      </p:sp>
      <p:sp>
        <p:nvSpPr>
          <p:cNvPr id="203" name="Google Shape;203;p31"/>
          <p:cNvSpPr txBox="1"/>
          <p:nvPr>
            <p:ph idx="6" type="body"/>
          </p:nvPr>
        </p:nvSpPr>
        <p:spPr>
          <a:xfrm>
            <a:off x="1818000" y="3610853"/>
            <a:ext cx="6894300" cy="1080000"/>
          </a:xfrm>
          <a:prstGeom prst="rect">
            <a:avLst/>
          </a:prstGeom>
          <a:noFill/>
          <a:ln>
            <a:noFill/>
          </a:ln>
        </p:spPr>
        <p:txBody>
          <a:bodyPr anchorCtr="0" anchor="ctr" bIns="0" lIns="0" spcFirstLastPara="1" rIns="0" wrap="square" tIns="0">
            <a:noAutofit/>
          </a:bodyPr>
          <a:lstStyle>
            <a:lvl1pPr indent="-228600" lvl="0" marL="457200" algn="l">
              <a:lnSpc>
                <a:spcPct val="120000"/>
              </a:lnSpc>
              <a:spcBef>
                <a:spcPts val="750"/>
              </a:spcBef>
              <a:spcAft>
                <a:spcPts val="0"/>
              </a:spcAft>
              <a:buSzPts val="1400"/>
              <a:buNone/>
              <a:defRPr b="0" sz="14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04" name="Google Shape;204;p31"/>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31"/>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31"/>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mit eckigen Bildern">
  <p:cSld name="Text mit eckigen Bildern">
    <p:spTree>
      <p:nvGrpSpPr>
        <p:cNvPr id="207" name="Shape 207"/>
        <p:cNvGrpSpPr/>
        <p:nvPr/>
      </p:nvGrpSpPr>
      <p:grpSpPr>
        <a:xfrm>
          <a:off x="0" y="0"/>
          <a:ext cx="0" cy="0"/>
          <a:chOff x="0" y="0"/>
          <a:chExt cx="0" cy="0"/>
        </a:xfrm>
      </p:grpSpPr>
      <p:sp>
        <p:nvSpPr>
          <p:cNvPr id="208" name="Google Shape;208;p32"/>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9" name="Google Shape;209;p32"/>
          <p:cNvSpPr/>
          <p:nvPr>
            <p:ph idx="2" type="pic"/>
          </p:nvPr>
        </p:nvSpPr>
        <p:spPr>
          <a:xfrm>
            <a:off x="476250" y="958620"/>
            <a:ext cx="1440000" cy="1080000"/>
          </a:xfrm>
          <a:prstGeom prst="rect">
            <a:avLst/>
          </a:prstGeom>
          <a:solidFill>
            <a:srgbClr val="F2F2F2"/>
          </a:solidFill>
          <a:ln>
            <a:noFill/>
          </a:ln>
        </p:spPr>
      </p:sp>
      <p:sp>
        <p:nvSpPr>
          <p:cNvPr id="210" name="Google Shape;210;p32"/>
          <p:cNvSpPr txBox="1"/>
          <p:nvPr>
            <p:ph idx="1" type="body"/>
          </p:nvPr>
        </p:nvSpPr>
        <p:spPr>
          <a:xfrm>
            <a:off x="2144110" y="958621"/>
            <a:ext cx="6568200" cy="1080000"/>
          </a:xfrm>
          <a:prstGeom prst="rect">
            <a:avLst/>
          </a:prstGeom>
          <a:noFill/>
          <a:ln>
            <a:noFill/>
          </a:ln>
        </p:spPr>
        <p:txBody>
          <a:bodyPr anchorCtr="0" anchor="ctr" bIns="0" lIns="0" spcFirstLastPara="1" rIns="0" wrap="square" tIns="0">
            <a:noAutofit/>
          </a:bodyPr>
          <a:lstStyle>
            <a:lvl1pPr indent="-228600" lvl="0" marL="457200" algn="l">
              <a:lnSpc>
                <a:spcPct val="120000"/>
              </a:lnSpc>
              <a:spcBef>
                <a:spcPts val="750"/>
              </a:spcBef>
              <a:spcAft>
                <a:spcPts val="0"/>
              </a:spcAft>
              <a:buSzPts val="1400"/>
              <a:buNone/>
              <a:defRPr b="0" sz="14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11" name="Google Shape;211;p32"/>
          <p:cNvSpPr/>
          <p:nvPr>
            <p:ph idx="3" type="pic"/>
          </p:nvPr>
        </p:nvSpPr>
        <p:spPr>
          <a:xfrm>
            <a:off x="476250" y="2294605"/>
            <a:ext cx="1440000" cy="1080000"/>
          </a:xfrm>
          <a:prstGeom prst="rect">
            <a:avLst/>
          </a:prstGeom>
          <a:solidFill>
            <a:srgbClr val="F2F2F2"/>
          </a:solidFill>
          <a:ln>
            <a:noFill/>
          </a:ln>
        </p:spPr>
      </p:sp>
      <p:sp>
        <p:nvSpPr>
          <p:cNvPr id="212" name="Google Shape;212;p32"/>
          <p:cNvSpPr txBox="1"/>
          <p:nvPr>
            <p:ph idx="4" type="body"/>
          </p:nvPr>
        </p:nvSpPr>
        <p:spPr>
          <a:xfrm>
            <a:off x="2144110" y="2294605"/>
            <a:ext cx="6568200" cy="1080000"/>
          </a:xfrm>
          <a:prstGeom prst="rect">
            <a:avLst/>
          </a:prstGeom>
          <a:noFill/>
          <a:ln>
            <a:noFill/>
          </a:ln>
        </p:spPr>
        <p:txBody>
          <a:bodyPr anchorCtr="0" anchor="ctr" bIns="0" lIns="0" spcFirstLastPara="1" rIns="0" wrap="square" tIns="0">
            <a:noAutofit/>
          </a:bodyPr>
          <a:lstStyle>
            <a:lvl1pPr indent="-228600" lvl="0" marL="457200" algn="l">
              <a:lnSpc>
                <a:spcPct val="120000"/>
              </a:lnSpc>
              <a:spcBef>
                <a:spcPts val="750"/>
              </a:spcBef>
              <a:spcAft>
                <a:spcPts val="0"/>
              </a:spcAft>
              <a:buSzPts val="1400"/>
              <a:buNone/>
              <a:defRPr b="0" sz="14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13" name="Google Shape;213;p32"/>
          <p:cNvSpPr/>
          <p:nvPr>
            <p:ph idx="5" type="pic"/>
          </p:nvPr>
        </p:nvSpPr>
        <p:spPr>
          <a:xfrm>
            <a:off x="476250" y="3630591"/>
            <a:ext cx="1440000" cy="1080000"/>
          </a:xfrm>
          <a:prstGeom prst="rect">
            <a:avLst/>
          </a:prstGeom>
          <a:solidFill>
            <a:srgbClr val="F2F2F2"/>
          </a:solidFill>
          <a:ln>
            <a:noFill/>
          </a:ln>
        </p:spPr>
      </p:sp>
      <p:sp>
        <p:nvSpPr>
          <p:cNvPr id="214" name="Google Shape;214;p32"/>
          <p:cNvSpPr txBox="1"/>
          <p:nvPr>
            <p:ph idx="6" type="body"/>
          </p:nvPr>
        </p:nvSpPr>
        <p:spPr>
          <a:xfrm>
            <a:off x="2144110" y="3630591"/>
            <a:ext cx="6568200" cy="1080000"/>
          </a:xfrm>
          <a:prstGeom prst="rect">
            <a:avLst/>
          </a:prstGeom>
          <a:noFill/>
          <a:ln>
            <a:noFill/>
          </a:ln>
        </p:spPr>
        <p:txBody>
          <a:bodyPr anchorCtr="0" anchor="ctr" bIns="0" lIns="0" spcFirstLastPara="1" rIns="0" wrap="square" tIns="0">
            <a:noAutofit/>
          </a:bodyPr>
          <a:lstStyle>
            <a:lvl1pPr indent="-228600" lvl="0" marL="457200" algn="l">
              <a:lnSpc>
                <a:spcPct val="120000"/>
              </a:lnSpc>
              <a:spcBef>
                <a:spcPts val="750"/>
              </a:spcBef>
              <a:spcAft>
                <a:spcPts val="0"/>
              </a:spcAft>
              <a:buSzPts val="1400"/>
              <a:buNone/>
              <a:defRPr b="0" sz="1400">
                <a:solidFill>
                  <a:schemeClr val="dk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15" name="Google Shape;215;p32"/>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32"/>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32"/>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ersonen">
  <p:cSld name="2 Personen">
    <p:spTree>
      <p:nvGrpSpPr>
        <p:cNvPr id="218" name="Shape 218"/>
        <p:cNvGrpSpPr/>
        <p:nvPr/>
      </p:nvGrpSpPr>
      <p:grpSpPr>
        <a:xfrm>
          <a:off x="0" y="0"/>
          <a:ext cx="0" cy="0"/>
          <a:chOff x="0" y="0"/>
          <a:chExt cx="0" cy="0"/>
        </a:xfrm>
      </p:grpSpPr>
      <p:sp>
        <p:nvSpPr>
          <p:cNvPr id="219" name="Google Shape;219;p33"/>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33"/>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21" name="Google Shape;221;p33"/>
          <p:cNvSpPr/>
          <p:nvPr/>
        </p:nvSpPr>
        <p:spPr>
          <a:xfrm>
            <a:off x="475247" y="2084206"/>
            <a:ext cx="2814000" cy="2626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22" name="Google Shape;222;p33"/>
          <p:cNvSpPr/>
          <p:nvPr>
            <p:ph idx="2" type="pic"/>
          </p:nvPr>
        </p:nvSpPr>
        <p:spPr>
          <a:xfrm>
            <a:off x="1162266" y="1287711"/>
            <a:ext cx="1440000" cy="1440000"/>
          </a:xfrm>
          <a:prstGeom prst="ellipse">
            <a:avLst/>
          </a:prstGeom>
          <a:solidFill>
            <a:srgbClr val="F2F2F2"/>
          </a:solidFill>
          <a:ln>
            <a:noFill/>
          </a:ln>
        </p:spPr>
      </p:sp>
      <p:sp>
        <p:nvSpPr>
          <p:cNvPr id="223" name="Google Shape;223;p33"/>
          <p:cNvSpPr txBox="1"/>
          <p:nvPr>
            <p:ph idx="3" type="body"/>
          </p:nvPr>
        </p:nvSpPr>
        <p:spPr>
          <a:xfrm>
            <a:off x="720000" y="2893320"/>
            <a:ext cx="2340300" cy="2268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24" name="Google Shape;224;p33"/>
          <p:cNvSpPr txBox="1"/>
          <p:nvPr>
            <p:ph idx="4" type="body"/>
          </p:nvPr>
        </p:nvSpPr>
        <p:spPr>
          <a:xfrm>
            <a:off x="720000" y="3240001"/>
            <a:ext cx="2340300" cy="1130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25" name="Google Shape;225;p33"/>
          <p:cNvSpPr/>
          <p:nvPr/>
        </p:nvSpPr>
        <p:spPr>
          <a:xfrm>
            <a:off x="3896479" y="2084206"/>
            <a:ext cx="2814000" cy="2626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26" name="Google Shape;226;p33"/>
          <p:cNvSpPr/>
          <p:nvPr>
            <p:ph idx="5" type="pic"/>
          </p:nvPr>
        </p:nvSpPr>
        <p:spPr>
          <a:xfrm>
            <a:off x="4583498" y="1287711"/>
            <a:ext cx="1440000" cy="1440000"/>
          </a:xfrm>
          <a:prstGeom prst="ellipse">
            <a:avLst/>
          </a:prstGeom>
          <a:solidFill>
            <a:srgbClr val="F2F2F2"/>
          </a:solidFill>
          <a:ln>
            <a:noFill/>
          </a:ln>
        </p:spPr>
      </p:sp>
      <p:sp>
        <p:nvSpPr>
          <p:cNvPr id="227" name="Google Shape;227;p33"/>
          <p:cNvSpPr txBox="1"/>
          <p:nvPr>
            <p:ph idx="6" type="body"/>
          </p:nvPr>
        </p:nvSpPr>
        <p:spPr>
          <a:xfrm>
            <a:off x="4134251" y="2893320"/>
            <a:ext cx="2340300" cy="2268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28" name="Google Shape;228;p33"/>
          <p:cNvSpPr txBox="1"/>
          <p:nvPr>
            <p:ph idx="7" type="body"/>
          </p:nvPr>
        </p:nvSpPr>
        <p:spPr>
          <a:xfrm>
            <a:off x="4134251" y="3240001"/>
            <a:ext cx="2340300" cy="1130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29" name="Google Shape;229;p33"/>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33"/>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33"/>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ersonen">
  <p:cSld name="3 Personen">
    <p:spTree>
      <p:nvGrpSpPr>
        <p:cNvPr id="232" name="Shape 232"/>
        <p:cNvGrpSpPr/>
        <p:nvPr/>
      </p:nvGrpSpPr>
      <p:grpSpPr>
        <a:xfrm>
          <a:off x="0" y="0"/>
          <a:ext cx="0" cy="0"/>
          <a:chOff x="0" y="0"/>
          <a:chExt cx="0" cy="0"/>
        </a:xfrm>
      </p:grpSpPr>
      <p:sp>
        <p:nvSpPr>
          <p:cNvPr id="233" name="Google Shape;233;p34"/>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34"/>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35" name="Google Shape;235;p34"/>
          <p:cNvSpPr/>
          <p:nvPr/>
        </p:nvSpPr>
        <p:spPr>
          <a:xfrm>
            <a:off x="475246" y="2084206"/>
            <a:ext cx="2520000" cy="2626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36" name="Google Shape;236;p34"/>
          <p:cNvSpPr/>
          <p:nvPr>
            <p:ph idx="2" type="pic"/>
          </p:nvPr>
        </p:nvSpPr>
        <p:spPr>
          <a:xfrm>
            <a:off x="1015246" y="1287711"/>
            <a:ext cx="1440000" cy="1440000"/>
          </a:xfrm>
          <a:prstGeom prst="ellipse">
            <a:avLst/>
          </a:prstGeom>
          <a:solidFill>
            <a:srgbClr val="F2F2F2"/>
          </a:solidFill>
          <a:ln>
            <a:noFill/>
          </a:ln>
        </p:spPr>
      </p:sp>
      <p:sp>
        <p:nvSpPr>
          <p:cNvPr id="237" name="Google Shape;237;p34"/>
          <p:cNvSpPr txBox="1"/>
          <p:nvPr>
            <p:ph idx="3" type="body"/>
          </p:nvPr>
        </p:nvSpPr>
        <p:spPr>
          <a:xfrm>
            <a:off x="720000" y="2893320"/>
            <a:ext cx="2160000" cy="2268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38" name="Google Shape;238;p34"/>
          <p:cNvSpPr txBox="1"/>
          <p:nvPr>
            <p:ph idx="4" type="body"/>
          </p:nvPr>
        </p:nvSpPr>
        <p:spPr>
          <a:xfrm>
            <a:off x="720000" y="3240001"/>
            <a:ext cx="2160000" cy="1130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39" name="Google Shape;239;p34"/>
          <p:cNvSpPr/>
          <p:nvPr/>
        </p:nvSpPr>
        <p:spPr>
          <a:xfrm>
            <a:off x="3335345" y="2084206"/>
            <a:ext cx="2520000" cy="2626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40" name="Google Shape;240;p34"/>
          <p:cNvSpPr/>
          <p:nvPr>
            <p:ph idx="5" type="pic"/>
          </p:nvPr>
        </p:nvSpPr>
        <p:spPr>
          <a:xfrm>
            <a:off x="3875345" y="1287711"/>
            <a:ext cx="1440000" cy="1440000"/>
          </a:xfrm>
          <a:prstGeom prst="ellipse">
            <a:avLst/>
          </a:prstGeom>
          <a:solidFill>
            <a:srgbClr val="F2F2F2"/>
          </a:solidFill>
          <a:ln>
            <a:noFill/>
          </a:ln>
        </p:spPr>
      </p:sp>
      <p:sp>
        <p:nvSpPr>
          <p:cNvPr id="241" name="Google Shape;241;p34"/>
          <p:cNvSpPr txBox="1"/>
          <p:nvPr>
            <p:ph idx="6" type="body"/>
          </p:nvPr>
        </p:nvSpPr>
        <p:spPr>
          <a:xfrm>
            <a:off x="3576609" y="2893320"/>
            <a:ext cx="2160000" cy="2268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42" name="Google Shape;242;p34"/>
          <p:cNvSpPr txBox="1"/>
          <p:nvPr>
            <p:ph idx="7" type="body"/>
          </p:nvPr>
        </p:nvSpPr>
        <p:spPr>
          <a:xfrm>
            <a:off x="3576609" y="3240001"/>
            <a:ext cx="2160000" cy="1130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43" name="Google Shape;243;p34"/>
          <p:cNvSpPr/>
          <p:nvPr/>
        </p:nvSpPr>
        <p:spPr>
          <a:xfrm>
            <a:off x="6195444" y="2084205"/>
            <a:ext cx="2520000" cy="2626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44" name="Google Shape;244;p34"/>
          <p:cNvSpPr/>
          <p:nvPr>
            <p:ph idx="8" type="pic"/>
          </p:nvPr>
        </p:nvSpPr>
        <p:spPr>
          <a:xfrm>
            <a:off x="6735444" y="1287711"/>
            <a:ext cx="1440000" cy="1440000"/>
          </a:xfrm>
          <a:prstGeom prst="ellipse">
            <a:avLst/>
          </a:prstGeom>
          <a:solidFill>
            <a:srgbClr val="F2F2F2"/>
          </a:solidFill>
          <a:ln>
            <a:noFill/>
          </a:ln>
        </p:spPr>
      </p:sp>
      <p:sp>
        <p:nvSpPr>
          <p:cNvPr id="245" name="Google Shape;245;p34"/>
          <p:cNvSpPr txBox="1"/>
          <p:nvPr>
            <p:ph idx="9" type="body"/>
          </p:nvPr>
        </p:nvSpPr>
        <p:spPr>
          <a:xfrm>
            <a:off x="6433218" y="2893320"/>
            <a:ext cx="2160000" cy="2268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46" name="Google Shape;246;p34"/>
          <p:cNvSpPr txBox="1"/>
          <p:nvPr>
            <p:ph idx="13" type="body"/>
          </p:nvPr>
        </p:nvSpPr>
        <p:spPr>
          <a:xfrm>
            <a:off x="6433218" y="3240001"/>
            <a:ext cx="2160000" cy="11307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47" name="Google Shape;247;p34"/>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34"/>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p34"/>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ersonen">
  <p:cSld name="4 Personen">
    <p:spTree>
      <p:nvGrpSpPr>
        <p:cNvPr id="250" name="Shape 250"/>
        <p:cNvGrpSpPr/>
        <p:nvPr/>
      </p:nvGrpSpPr>
      <p:grpSpPr>
        <a:xfrm>
          <a:off x="0" y="0"/>
          <a:ext cx="0" cy="0"/>
          <a:chOff x="0" y="0"/>
          <a:chExt cx="0" cy="0"/>
        </a:xfrm>
      </p:grpSpPr>
      <p:sp>
        <p:nvSpPr>
          <p:cNvPr id="251" name="Google Shape;251;p35"/>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35"/>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53" name="Google Shape;253;p35"/>
          <p:cNvSpPr/>
          <p:nvPr/>
        </p:nvSpPr>
        <p:spPr>
          <a:xfrm>
            <a:off x="466728" y="2084206"/>
            <a:ext cx="2031600" cy="2625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54" name="Google Shape;254;p35"/>
          <p:cNvSpPr/>
          <p:nvPr>
            <p:ph idx="2" type="pic"/>
          </p:nvPr>
        </p:nvSpPr>
        <p:spPr>
          <a:xfrm>
            <a:off x="832678" y="1287711"/>
            <a:ext cx="1299600" cy="1299600"/>
          </a:xfrm>
          <a:prstGeom prst="ellipse">
            <a:avLst/>
          </a:prstGeom>
          <a:solidFill>
            <a:srgbClr val="F2F2F2"/>
          </a:solidFill>
          <a:ln>
            <a:noFill/>
          </a:ln>
        </p:spPr>
      </p:sp>
      <p:sp>
        <p:nvSpPr>
          <p:cNvPr id="255" name="Google Shape;255;p35"/>
          <p:cNvSpPr txBox="1"/>
          <p:nvPr>
            <p:ph idx="3" type="body"/>
          </p:nvPr>
        </p:nvSpPr>
        <p:spPr>
          <a:xfrm>
            <a:off x="669981" y="2753398"/>
            <a:ext cx="1625100" cy="3669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56" name="Google Shape;256;p35"/>
          <p:cNvSpPr txBox="1"/>
          <p:nvPr>
            <p:ph idx="4" type="body"/>
          </p:nvPr>
        </p:nvSpPr>
        <p:spPr>
          <a:xfrm>
            <a:off x="669981" y="3288873"/>
            <a:ext cx="1625100" cy="1293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57" name="Google Shape;257;p35"/>
          <p:cNvSpPr/>
          <p:nvPr/>
        </p:nvSpPr>
        <p:spPr>
          <a:xfrm>
            <a:off x="2556630" y="2084206"/>
            <a:ext cx="2016000" cy="2625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58" name="Google Shape;258;p35"/>
          <p:cNvSpPr/>
          <p:nvPr>
            <p:ph idx="5" type="pic"/>
          </p:nvPr>
        </p:nvSpPr>
        <p:spPr>
          <a:xfrm>
            <a:off x="2914830" y="1287711"/>
            <a:ext cx="1299600" cy="1299600"/>
          </a:xfrm>
          <a:prstGeom prst="ellipse">
            <a:avLst/>
          </a:prstGeom>
          <a:solidFill>
            <a:srgbClr val="F2F2F2"/>
          </a:solidFill>
          <a:ln>
            <a:noFill/>
          </a:ln>
        </p:spPr>
      </p:sp>
      <p:sp>
        <p:nvSpPr>
          <p:cNvPr id="259" name="Google Shape;259;p35"/>
          <p:cNvSpPr txBox="1"/>
          <p:nvPr>
            <p:ph idx="6" type="body"/>
          </p:nvPr>
        </p:nvSpPr>
        <p:spPr>
          <a:xfrm>
            <a:off x="2752133" y="2753398"/>
            <a:ext cx="1625100" cy="3669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60" name="Google Shape;260;p35"/>
          <p:cNvSpPr txBox="1"/>
          <p:nvPr>
            <p:ph idx="7" type="body"/>
          </p:nvPr>
        </p:nvSpPr>
        <p:spPr>
          <a:xfrm>
            <a:off x="2752133" y="3288873"/>
            <a:ext cx="1625100" cy="1293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61" name="Google Shape;261;p35"/>
          <p:cNvSpPr/>
          <p:nvPr/>
        </p:nvSpPr>
        <p:spPr>
          <a:xfrm>
            <a:off x="4631031" y="2084206"/>
            <a:ext cx="2016000" cy="2625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62" name="Google Shape;262;p35"/>
          <p:cNvSpPr/>
          <p:nvPr>
            <p:ph idx="8" type="pic"/>
          </p:nvPr>
        </p:nvSpPr>
        <p:spPr>
          <a:xfrm>
            <a:off x="4989231" y="1287711"/>
            <a:ext cx="1299600" cy="1299600"/>
          </a:xfrm>
          <a:prstGeom prst="ellipse">
            <a:avLst/>
          </a:prstGeom>
          <a:solidFill>
            <a:srgbClr val="F2F2F2"/>
          </a:solidFill>
          <a:ln>
            <a:noFill/>
          </a:ln>
        </p:spPr>
      </p:sp>
      <p:sp>
        <p:nvSpPr>
          <p:cNvPr id="263" name="Google Shape;263;p35"/>
          <p:cNvSpPr txBox="1"/>
          <p:nvPr>
            <p:ph idx="9" type="body"/>
          </p:nvPr>
        </p:nvSpPr>
        <p:spPr>
          <a:xfrm>
            <a:off x="4826534" y="2753398"/>
            <a:ext cx="1625100" cy="3669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64" name="Google Shape;264;p35"/>
          <p:cNvSpPr txBox="1"/>
          <p:nvPr>
            <p:ph idx="13" type="body"/>
          </p:nvPr>
        </p:nvSpPr>
        <p:spPr>
          <a:xfrm>
            <a:off x="4826534" y="3288873"/>
            <a:ext cx="1625100" cy="1293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65" name="Google Shape;265;p35"/>
          <p:cNvSpPr/>
          <p:nvPr/>
        </p:nvSpPr>
        <p:spPr>
          <a:xfrm>
            <a:off x="6705432" y="2084206"/>
            <a:ext cx="2016000" cy="2625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4">
              <a:solidFill>
                <a:schemeClr val="lt1"/>
              </a:solidFill>
              <a:latin typeface="Arial"/>
              <a:ea typeface="Arial"/>
              <a:cs typeface="Arial"/>
              <a:sym typeface="Arial"/>
            </a:endParaRPr>
          </a:p>
        </p:txBody>
      </p:sp>
      <p:sp>
        <p:nvSpPr>
          <p:cNvPr id="266" name="Google Shape;266;p35"/>
          <p:cNvSpPr/>
          <p:nvPr>
            <p:ph idx="14" type="pic"/>
          </p:nvPr>
        </p:nvSpPr>
        <p:spPr>
          <a:xfrm>
            <a:off x="7063632" y="1287711"/>
            <a:ext cx="1299600" cy="1299600"/>
          </a:xfrm>
          <a:prstGeom prst="ellipse">
            <a:avLst/>
          </a:prstGeom>
          <a:solidFill>
            <a:srgbClr val="F2F2F2"/>
          </a:solidFill>
          <a:ln>
            <a:noFill/>
          </a:ln>
        </p:spPr>
      </p:sp>
      <p:sp>
        <p:nvSpPr>
          <p:cNvPr id="267" name="Google Shape;267;p35"/>
          <p:cNvSpPr txBox="1"/>
          <p:nvPr>
            <p:ph idx="15" type="body"/>
          </p:nvPr>
        </p:nvSpPr>
        <p:spPr>
          <a:xfrm>
            <a:off x="6900935" y="2753398"/>
            <a:ext cx="1625100" cy="3669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200"/>
              <a:buNone/>
              <a:defRPr b="1"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68" name="Google Shape;268;p35"/>
          <p:cNvSpPr txBox="1"/>
          <p:nvPr>
            <p:ph idx="16" type="body"/>
          </p:nvPr>
        </p:nvSpPr>
        <p:spPr>
          <a:xfrm>
            <a:off x="6900935" y="3288873"/>
            <a:ext cx="1625100" cy="12930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1200"/>
              </a:spcBef>
              <a:spcAft>
                <a:spcPts val="0"/>
              </a:spcAft>
              <a:buSzPts val="1200"/>
              <a:buNone/>
              <a:defRPr b="0" sz="1200">
                <a:solidFill>
                  <a:schemeClr val="lt1"/>
                </a:solidFill>
              </a:defRPr>
            </a:lvl1pPr>
            <a:lvl2pPr indent="-330200" lvl="1" marL="914400" algn="l">
              <a:lnSpc>
                <a:spcPct val="120000"/>
              </a:lnSpc>
              <a:spcBef>
                <a:spcPts val="376"/>
              </a:spcBef>
              <a:spcAft>
                <a:spcPts val="0"/>
              </a:spcAft>
              <a:buSzPts val="1600"/>
              <a:buChar char="•"/>
              <a:defRPr>
                <a:solidFill>
                  <a:schemeClr val="lt1"/>
                </a:solidFill>
              </a:defRPr>
            </a:lvl2pPr>
            <a:lvl3pPr indent="-317500" lvl="2" marL="1371600" algn="l">
              <a:lnSpc>
                <a:spcPct val="120000"/>
              </a:lnSpc>
              <a:spcBef>
                <a:spcPts val="376"/>
              </a:spcBef>
              <a:spcAft>
                <a:spcPts val="0"/>
              </a:spcAft>
              <a:buSzPts val="1400"/>
              <a:buChar char="•"/>
              <a:defRPr>
                <a:solidFill>
                  <a:schemeClr val="lt1"/>
                </a:solidFill>
              </a:defRPr>
            </a:lvl3pPr>
            <a:lvl4pPr indent="-317500" lvl="3" marL="1828800" algn="l">
              <a:lnSpc>
                <a:spcPct val="120000"/>
              </a:lnSpc>
              <a:spcBef>
                <a:spcPts val="376"/>
              </a:spcBef>
              <a:spcAft>
                <a:spcPts val="0"/>
              </a:spcAft>
              <a:buSzPts val="1400"/>
              <a:buChar char="•"/>
              <a:defRPr>
                <a:solidFill>
                  <a:schemeClr val="lt1"/>
                </a:solidFill>
              </a:defRPr>
            </a:lvl4pPr>
            <a:lvl5pPr indent="-317500" lvl="4" marL="2286000" algn="l">
              <a:lnSpc>
                <a:spcPct val="120000"/>
              </a:lnSpc>
              <a:spcBef>
                <a:spcPts val="376"/>
              </a:spcBef>
              <a:spcAft>
                <a:spcPts val="0"/>
              </a:spcAft>
              <a:buSzPts val="1400"/>
              <a:buChar char="•"/>
              <a:defRPr>
                <a:solidFill>
                  <a:schemeClr val="lt1"/>
                </a:solidFill>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69" name="Google Shape;269;p35"/>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35"/>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1" name="Google Shape;271;p35"/>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p:cSld name="Nur Titel">
    <p:spTree>
      <p:nvGrpSpPr>
        <p:cNvPr id="272" name="Shape 272"/>
        <p:cNvGrpSpPr/>
        <p:nvPr/>
      </p:nvGrpSpPr>
      <p:grpSpPr>
        <a:xfrm>
          <a:off x="0" y="0"/>
          <a:ext cx="0" cy="0"/>
          <a:chOff x="0" y="0"/>
          <a:chExt cx="0" cy="0"/>
        </a:xfrm>
      </p:grpSpPr>
      <p:sp>
        <p:nvSpPr>
          <p:cNvPr id="273" name="Google Shape;273;p36"/>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36"/>
          <p:cNvSpPr txBox="1"/>
          <p:nvPr>
            <p:ph idx="1" type="body"/>
          </p:nvPr>
        </p:nvSpPr>
        <p:spPr>
          <a:xfrm>
            <a:off x="468000" y="576000"/>
            <a:ext cx="8244300" cy="277200"/>
          </a:xfrm>
          <a:prstGeom prst="rect">
            <a:avLst/>
          </a:prstGeom>
          <a:noFill/>
          <a:ln>
            <a:noFill/>
          </a:ln>
        </p:spPr>
        <p:txBody>
          <a:bodyPr anchorCtr="0" anchor="t" bIns="0" lIns="0" spcFirstLastPara="1" rIns="0" wrap="square" tIns="0">
            <a:noAutofit/>
          </a:bodyPr>
          <a:lstStyle>
            <a:lvl1pPr indent="-228600" lvl="0" marL="457200" algn="l">
              <a:lnSpc>
                <a:spcPct val="120000"/>
              </a:lnSpc>
              <a:spcBef>
                <a:spcPts val="750"/>
              </a:spcBef>
              <a:spcAft>
                <a:spcPts val="0"/>
              </a:spcAft>
              <a:buSzPts val="1800"/>
              <a:buNone/>
              <a:defRPr sz="1800"/>
            </a:lvl1pPr>
            <a:lvl2pPr indent="-342900" lvl="1" marL="914400" algn="l">
              <a:lnSpc>
                <a:spcPct val="120000"/>
              </a:lnSpc>
              <a:spcBef>
                <a:spcPts val="376"/>
              </a:spcBef>
              <a:spcAft>
                <a:spcPts val="0"/>
              </a:spcAft>
              <a:buSzPts val="1800"/>
              <a:buChar char="•"/>
              <a:defRPr/>
            </a:lvl2pPr>
            <a:lvl3pPr indent="-342900" lvl="2" marL="1371600" algn="l">
              <a:lnSpc>
                <a:spcPct val="120000"/>
              </a:lnSpc>
              <a:spcBef>
                <a:spcPts val="376"/>
              </a:spcBef>
              <a:spcAft>
                <a:spcPts val="0"/>
              </a:spcAft>
              <a:buSzPts val="1800"/>
              <a:buChar char="•"/>
              <a:defRPr/>
            </a:lvl3pPr>
            <a:lvl4pPr indent="-342900" lvl="3" marL="1828800" algn="l">
              <a:lnSpc>
                <a:spcPct val="120000"/>
              </a:lnSpc>
              <a:spcBef>
                <a:spcPts val="376"/>
              </a:spcBef>
              <a:spcAft>
                <a:spcPts val="0"/>
              </a:spcAft>
              <a:buSzPts val="1800"/>
              <a:buChar char="•"/>
              <a:defRPr/>
            </a:lvl4pPr>
            <a:lvl5pPr indent="-342900" lvl="4" marL="2286000" algn="l">
              <a:lnSpc>
                <a:spcPct val="120000"/>
              </a:lnSpc>
              <a:spcBef>
                <a:spcPts val="376"/>
              </a:spcBef>
              <a:spcAft>
                <a:spcPts val="0"/>
              </a:spcAft>
              <a:buSzPts val="1800"/>
              <a:buChar char="•"/>
              <a:defRPr/>
            </a:lvl5pPr>
            <a:lvl6pPr indent="-342900" lvl="5" marL="2743200" algn="l">
              <a:lnSpc>
                <a:spcPct val="90000"/>
              </a:lnSpc>
              <a:spcBef>
                <a:spcPts val="376"/>
              </a:spcBef>
              <a:spcAft>
                <a:spcPts val="0"/>
              </a:spcAft>
              <a:buClr>
                <a:schemeClr val="dk1"/>
              </a:buClr>
              <a:buSzPts val="1800"/>
              <a:buChar char="•"/>
              <a:defRPr/>
            </a:lvl6pPr>
            <a:lvl7pPr indent="-342900" lvl="6" marL="3200400" algn="l">
              <a:lnSpc>
                <a:spcPct val="90000"/>
              </a:lnSpc>
              <a:spcBef>
                <a:spcPts val="376"/>
              </a:spcBef>
              <a:spcAft>
                <a:spcPts val="0"/>
              </a:spcAft>
              <a:buClr>
                <a:schemeClr val="dk1"/>
              </a:buClr>
              <a:buSzPts val="1800"/>
              <a:buChar char="•"/>
              <a:defRPr/>
            </a:lvl7pPr>
            <a:lvl8pPr indent="-342900" lvl="7" marL="3657600" algn="l">
              <a:lnSpc>
                <a:spcPct val="90000"/>
              </a:lnSpc>
              <a:spcBef>
                <a:spcPts val="376"/>
              </a:spcBef>
              <a:spcAft>
                <a:spcPts val="0"/>
              </a:spcAft>
              <a:buClr>
                <a:schemeClr val="dk1"/>
              </a:buClr>
              <a:buSzPts val="1800"/>
              <a:buChar char="•"/>
              <a:defRPr/>
            </a:lvl8pPr>
            <a:lvl9pPr indent="-342900" lvl="8" marL="4114800" algn="l">
              <a:lnSpc>
                <a:spcPct val="90000"/>
              </a:lnSpc>
              <a:spcBef>
                <a:spcPts val="376"/>
              </a:spcBef>
              <a:spcAft>
                <a:spcPts val="0"/>
              </a:spcAft>
              <a:buClr>
                <a:schemeClr val="dk1"/>
              </a:buClr>
              <a:buSzPts val="1800"/>
              <a:buChar char="•"/>
              <a:defRPr/>
            </a:lvl9pPr>
          </a:lstStyle>
          <a:p/>
        </p:txBody>
      </p:sp>
      <p:sp>
        <p:nvSpPr>
          <p:cNvPr id="275" name="Google Shape;275;p36"/>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p36"/>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36"/>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278" name="Shape 278"/>
        <p:cNvGrpSpPr/>
        <p:nvPr/>
      </p:nvGrpSpPr>
      <p:grpSpPr>
        <a:xfrm>
          <a:off x="0" y="0"/>
          <a:ext cx="0" cy="0"/>
          <a:chOff x="0" y="0"/>
          <a:chExt cx="0" cy="0"/>
        </a:xfrm>
      </p:grpSpPr>
      <p:sp>
        <p:nvSpPr>
          <p:cNvPr id="279" name="Google Shape;279;p37"/>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0" name="Google Shape;280;p37"/>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1" name="Google Shape;281;p37"/>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8" name="Shape 288"/>
        <p:cNvGrpSpPr/>
        <p:nvPr/>
      </p:nvGrpSpPr>
      <p:grpSpPr>
        <a:xfrm>
          <a:off x="0" y="0"/>
          <a:ext cx="0" cy="0"/>
          <a:chOff x="0" y="0"/>
          <a:chExt cx="0" cy="0"/>
        </a:xfrm>
      </p:grpSpPr>
      <p:sp>
        <p:nvSpPr>
          <p:cNvPr id="289" name="Google Shape;289;p39"/>
          <p:cNvSpPr txBox="1"/>
          <p:nvPr>
            <p:ph type="title"/>
          </p:nvPr>
        </p:nvSpPr>
        <p:spPr>
          <a:xfrm>
            <a:off x="457200" y="205978"/>
            <a:ext cx="82296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0" name="Google Shape;290;p39"/>
          <p:cNvSpPr txBox="1"/>
          <p:nvPr>
            <p:ph idx="10" type="dt"/>
          </p:nvPr>
        </p:nvSpPr>
        <p:spPr>
          <a:xfrm>
            <a:off x="457200" y="4767263"/>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1" name="Google Shape;291;p39"/>
          <p:cNvSpPr txBox="1"/>
          <p:nvPr>
            <p:ph idx="11" type="ftr"/>
          </p:nvPr>
        </p:nvSpPr>
        <p:spPr>
          <a:xfrm>
            <a:off x="3124200" y="4767263"/>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2" name="Google Shape;292;p39"/>
          <p:cNvSpPr txBox="1"/>
          <p:nvPr>
            <p:ph idx="12" type="sldNum"/>
          </p:nvPr>
        </p:nvSpPr>
        <p:spPr>
          <a:xfrm>
            <a:off x="6553200" y="4767263"/>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3" name="Shape 293"/>
        <p:cNvGrpSpPr/>
        <p:nvPr/>
      </p:nvGrpSpPr>
      <p:grpSpPr>
        <a:xfrm>
          <a:off x="0" y="0"/>
          <a:ext cx="0" cy="0"/>
          <a:chOff x="0" y="0"/>
          <a:chExt cx="0" cy="0"/>
        </a:xfrm>
      </p:grpSpPr>
      <p:sp>
        <p:nvSpPr>
          <p:cNvPr id="294" name="Google Shape;294;p40"/>
          <p:cNvSpPr txBox="1"/>
          <p:nvPr>
            <p:ph idx="10" type="dt"/>
          </p:nvPr>
        </p:nvSpPr>
        <p:spPr>
          <a:xfrm>
            <a:off x="457200" y="4767263"/>
            <a:ext cx="21336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5" name="Google Shape;295;p40"/>
          <p:cNvSpPr txBox="1"/>
          <p:nvPr>
            <p:ph idx="11" type="ftr"/>
          </p:nvPr>
        </p:nvSpPr>
        <p:spPr>
          <a:xfrm>
            <a:off x="3124200" y="4767263"/>
            <a:ext cx="28956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6" name="Google Shape;296;p40"/>
          <p:cNvSpPr txBox="1"/>
          <p:nvPr>
            <p:ph idx="12" type="sldNum"/>
          </p:nvPr>
        </p:nvSpPr>
        <p:spPr>
          <a:xfrm>
            <a:off x="6553200" y="4767263"/>
            <a:ext cx="21336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11" Type="http://schemas.openxmlformats.org/officeDocument/2006/relationships/slideLayout" Target="../slideLayouts/slideLayout23.xml"/><Relationship Id="rId22" Type="http://schemas.openxmlformats.org/officeDocument/2006/relationships/slideLayout" Target="../slideLayouts/slideLayout34.xml"/><Relationship Id="rId10" Type="http://schemas.openxmlformats.org/officeDocument/2006/relationships/slideLayout" Target="../slideLayouts/slideLayout22.xml"/><Relationship Id="rId21" Type="http://schemas.openxmlformats.org/officeDocument/2006/relationships/slideLayout" Target="../slideLayouts/slideLayout33.xml"/><Relationship Id="rId13" Type="http://schemas.openxmlformats.org/officeDocument/2006/relationships/slideLayout" Target="../slideLayouts/slideLayout25.xml"/><Relationship Id="rId24" Type="http://schemas.openxmlformats.org/officeDocument/2006/relationships/theme" Target="../theme/theme4.xml"/><Relationship Id="rId12" Type="http://schemas.openxmlformats.org/officeDocument/2006/relationships/slideLayout" Target="../slideLayouts/slideLayout24.xml"/><Relationship Id="rId23" Type="http://schemas.openxmlformats.org/officeDocument/2006/relationships/slideLayout" Target="../slideLayouts/slideLayout35.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19" Type="http://schemas.openxmlformats.org/officeDocument/2006/relationships/slideLayout" Target="../slideLayouts/slideLayout31.xml"/><Relationship Id="rId6" Type="http://schemas.openxmlformats.org/officeDocument/2006/relationships/slideLayout" Target="../slideLayouts/slideLayout18.xml"/><Relationship Id="rId18" Type="http://schemas.openxmlformats.org/officeDocument/2006/relationships/slideLayout" Target="../slideLayouts/slideLayout30.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14"/>
          <p:cNvSpPr txBox="1"/>
          <p:nvPr>
            <p:ph idx="1" type="body"/>
          </p:nvPr>
        </p:nvSpPr>
        <p:spPr>
          <a:xfrm>
            <a:off x="468316" y="951549"/>
            <a:ext cx="8244000" cy="3759000"/>
          </a:xfrm>
          <a:prstGeom prst="rect">
            <a:avLst/>
          </a:prstGeom>
          <a:noFill/>
          <a:ln>
            <a:noFill/>
          </a:ln>
        </p:spPr>
        <p:txBody>
          <a:bodyPr anchorCtr="0" anchor="t" bIns="0" lIns="0" spcFirstLastPara="1" rIns="0" wrap="square" tIns="0">
            <a:noAutofit/>
          </a:bodyPr>
          <a:lstStyle>
            <a:lvl1pPr indent="-330200" lvl="0" marL="457200" marR="0" algn="l">
              <a:lnSpc>
                <a:spcPct val="120000"/>
              </a:lnSpc>
              <a:spcBef>
                <a:spcPts val="75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1pPr>
            <a:lvl2pPr indent="-330200" lvl="1" marL="914400" marR="0" algn="l">
              <a:lnSpc>
                <a:spcPct val="120000"/>
              </a:lnSpc>
              <a:spcBef>
                <a:spcPts val="376"/>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algn="l">
              <a:lnSpc>
                <a:spcPct val="120000"/>
              </a:lnSpc>
              <a:spcBef>
                <a:spcPts val="376"/>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algn="l">
              <a:lnSpc>
                <a:spcPct val="120000"/>
              </a:lnSpc>
              <a:spcBef>
                <a:spcPts val="376"/>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120000"/>
              </a:lnSpc>
              <a:spcBef>
                <a:spcPts val="376"/>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4325" lvl="5" marL="2743200" marR="0" algn="l">
              <a:lnSpc>
                <a:spcPct val="90000"/>
              </a:lnSpc>
              <a:spcBef>
                <a:spcPts val="376"/>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algn="l">
              <a:lnSpc>
                <a:spcPct val="90000"/>
              </a:lnSpc>
              <a:spcBef>
                <a:spcPts val="376"/>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algn="l">
              <a:lnSpc>
                <a:spcPct val="90000"/>
              </a:lnSpc>
              <a:spcBef>
                <a:spcPts val="376"/>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algn="l">
              <a:lnSpc>
                <a:spcPct val="90000"/>
              </a:lnSpc>
              <a:spcBef>
                <a:spcPts val="376"/>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58" name="Google Shape;58;p14"/>
          <p:cNvSpPr txBox="1"/>
          <p:nvPr>
            <p:ph idx="10" type="dt"/>
          </p:nvPr>
        </p:nvSpPr>
        <p:spPr>
          <a:xfrm>
            <a:off x="7754400" y="4876200"/>
            <a:ext cx="532800" cy="123000"/>
          </a:xfrm>
          <a:prstGeom prst="rect">
            <a:avLst/>
          </a:prstGeom>
          <a:noFill/>
          <a:ln>
            <a:noFill/>
          </a:ln>
        </p:spPr>
        <p:txBody>
          <a:bodyPr anchorCtr="0" anchor="t" bIns="0" lIns="0" spcFirstLastPara="1" rIns="0" wrap="square" tIns="0">
            <a:spAutoFit/>
          </a:bodyPr>
          <a:lstStyle>
            <a:lvl1pPr lvl="0" marR="0" algn="l">
              <a:spcBef>
                <a:spcPts val="0"/>
              </a:spcBef>
              <a:spcAft>
                <a:spcPts val="0"/>
              </a:spcAft>
              <a:buSzPts val="1400"/>
              <a:buNone/>
              <a:defRPr b="0" i="0" sz="8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0" i="0" sz="1404"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404"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404"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404"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404"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404"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404"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404" u="none" cap="none" strike="noStrike">
                <a:solidFill>
                  <a:schemeClr val="dk1"/>
                </a:solidFill>
                <a:latin typeface="Arial"/>
                <a:ea typeface="Arial"/>
                <a:cs typeface="Arial"/>
                <a:sym typeface="Arial"/>
              </a:defRPr>
            </a:lvl9pPr>
          </a:lstStyle>
          <a:p/>
        </p:txBody>
      </p:sp>
      <p:sp>
        <p:nvSpPr>
          <p:cNvPr id="59" name="Google Shape;59;p14"/>
          <p:cNvSpPr txBox="1"/>
          <p:nvPr>
            <p:ph idx="11" type="ftr"/>
          </p:nvPr>
        </p:nvSpPr>
        <p:spPr>
          <a:xfrm>
            <a:off x="466725" y="4876200"/>
            <a:ext cx="6063600" cy="123000"/>
          </a:xfrm>
          <a:prstGeom prst="rect">
            <a:avLst/>
          </a:prstGeom>
          <a:noFill/>
          <a:ln>
            <a:noFill/>
          </a:ln>
        </p:spPr>
        <p:txBody>
          <a:bodyPr anchorCtr="0" anchor="t" bIns="0" lIns="0" spcFirstLastPara="1" rIns="0" wrap="square" tIns="0">
            <a:spAutoFit/>
          </a:bodyPr>
          <a:lstStyle>
            <a:lvl1pPr lvl="0" marR="0" algn="l">
              <a:spcBef>
                <a:spcPts val="0"/>
              </a:spcBef>
              <a:spcAft>
                <a:spcPts val="0"/>
              </a:spcAft>
              <a:buSzPts val="1400"/>
              <a:buNone/>
              <a:defRPr b="0" i="0" sz="800" u="none" cap="none" strike="noStrike">
                <a:solidFill>
                  <a:schemeClr val="dk1"/>
                </a:solidFill>
                <a:latin typeface="Arial"/>
                <a:ea typeface="Arial"/>
                <a:cs typeface="Arial"/>
                <a:sym typeface="Arial"/>
              </a:defRPr>
            </a:lvl1pPr>
            <a:lvl2pPr lvl="1" marR="0" algn="l">
              <a:spcBef>
                <a:spcPts val="0"/>
              </a:spcBef>
              <a:spcAft>
                <a:spcPts val="0"/>
              </a:spcAft>
              <a:buSzPts val="1400"/>
              <a:buNone/>
              <a:defRPr b="0" i="0" sz="1404"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404"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404"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404"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404"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404"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404"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404" u="none" cap="none" strike="noStrike">
                <a:solidFill>
                  <a:schemeClr val="dk1"/>
                </a:solidFill>
                <a:latin typeface="Arial"/>
                <a:ea typeface="Arial"/>
                <a:cs typeface="Arial"/>
                <a:sym typeface="Arial"/>
              </a:defRPr>
            </a:lvl9pPr>
          </a:lstStyle>
          <a:p/>
        </p:txBody>
      </p:sp>
      <p:sp>
        <p:nvSpPr>
          <p:cNvPr id="60" name="Google Shape;60;p14"/>
          <p:cNvSpPr txBox="1"/>
          <p:nvPr>
            <p:ph idx="12" type="sldNum"/>
          </p:nvPr>
        </p:nvSpPr>
        <p:spPr>
          <a:xfrm>
            <a:off x="8489000" y="4876200"/>
            <a:ext cx="223200" cy="1230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800" u="none" cap="none" strike="noStrike">
                <a:solidFill>
                  <a:schemeClr val="dk1"/>
                </a:solidFill>
                <a:latin typeface="Arial"/>
                <a:ea typeface="Arial"/>
                <a:cs typeface="Arial"/>
                <a:sym typeface="Arial"/>
              </a:defRPr>
            </a:lvl1pPr>
            <a:lvl2pPr indent="0" lvl="1" marL="0" marR="0" algn="r">
              <a:spcBef>
                <a:spcPts val="0"/>
              </a:spcBef>
              <a:buNone/>
              <a:defRPr b="0" i="0" sz="800" u="none" cap="none" strike="noStrike">
                <a:solidFill>
                  <a:schemeClr val="dk1"/>
                </a:solidFill>
                <a:latin typeface="Arial"/>
                <a:ea typeface="Arial"/>
                <a:cs typeface="Arial"/>
                <a:sym typeface="Arial"/>
              </a:defRPr>
            </a:lvl2pPr>
            <a:lvl3pPr indent="0" lvl="2" marL="0" marR="0" algn="r">
              <a:spcBef>
                <a:spcPts val="0"/>
              </a:spcBef>
              <a:buNone/>
              <a:defRPr b="0" i="0" sz="800" u="none" cap="none" strike="noStrike">
                <a:solidFill>
                  <a:schemeClr val="dk1"/>
                </a:solidFill>
                <a:latin typeface="Arial"/>
                <a:ea typeface="Arial"/>
                <a:cs typeface="Arial"/>
                <a:sym typeface="Arial"/>
              </a:defRPr>
            </a:lvl3pPr>
            <a:lvl4pPr indent="0" lvl="3" marL="0" marR="0" algn="r">
              <a:spcBef>
                <a:spcPts val="0"/>
              </a:spcBef>
              <a:buNone/>
              <a:defRPr b="0" i="0" sz="800" u="none" cap="none" strike="noStrike">
                <a:solidFill>
                  <a:schemeClr val="dk1"/>
                </a:solidFill>
                <a:latin typeface="Arial"/>
                <a:ea typeface="Arial"/>
                <a:cs typeface="Arial"/>
                <a:sym typeface="Arial"/>
              </a:defRPr>
            </a:lvl4pPr>
            <a:lvl5pPr indent="0" lvl="4" marL="0" marR="0" algn="r">
              <a:spcBef>
                <a:spcPts val="0"/>
              </a:spcBef>
              <a:buNone/>
              <a:defRPr b="0" i="0" sz="800" u="none" cap="none" strike="noStrike">
                <a:solidFill>
                  <a:schemeClr val="dk1"/>
                </a:solidFill>
                <a:latin typeface="Arial"/>
                <a:ea typeface="Arial"/>
                <a:cs typeface="Arial"/>
                <a:sym typeface="Arial"/>
              </a:defRPr>
            </a:lvl5pPr>
            <a:lvl6pPr indent="0" lvl="5" marL="0" marR="0" algn="r">
              <a:spcBef>
                <a:spcPts val="0"/>
              </a:spcBef>
              <a:buNone/>
              <a:defRPr b="0" i="0" sz="800" u="none" cap="none" strike="noStrike">
                <a:solidFill>
                  <a:schemeClr val="dk1"/>
                </a:solidFill>
                <a:latin typeface="Arial"/>
                <a:ea typeface="Arial"/>
                <a:cs typeface="Arial"/>
                <a:sym typeface="Arial"/>
              </a:defRPr>
            </a:lvl6pPr>
            <a:lvl7pPr indent="0" lvl="6" marL="0" marR="0" algn="r">
              <a:spcBef>
                <a:spcPts val="0"/>
              </a:spcBef>
              <a:buNone/>
              <a:defRPr b="0" i="0" sz="800" u="none" cap="none" strike="noStrike">
                <a:solidFill>
                  <a:schemeClr val="dk1"/>
                </a:solidFill>
                <a:latin typeface="Arial"/>
                <a:ea typeface="Arial"/>
                <a:cs typeface="Arial"/>
                <a:sym typeface="Arial"/>
              </a:defRPr>
            </a:lvl7pPr>
            <a:lvl8pPr indent="0" lvl="7" marL="0" marR="0" algn="r">
              <a:spcBef>
                <a:spcPts val="0"/>
              </a:spcBef>
              <a:buNone/>
              <a:defRPr b="0" i="0" sz="800" u="none" cap="none" strike="noStrike">
                <a:solidFill>
                  <a:schemeClr val="dk1"/>
                </a:solidFill>
                <a:latin typeface="Arial"/>
                <a:ea typeface="Arial"/>
                <a:cs typeface="Arial"/>
                <a:sym typeface="Arial"/>
              </a:defRPr>
            </a:lvl8pPr>
            <a:lvl9pPr indent="0" lvl="8" marL="0" marR="0" algn="r">
              <a:spcBef>
                <a:spcPts val="0"/>
              </a:spcBef>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14"/>
          <p:cNvSpPr txBox="1"/>
          <p:nvPr>
            <p:ph type="title"/>
          </p:nvPr>
        </p:nvSpPr>
        <p:spPr>
          <a:xfrm>
            <a:off x="466727" y="356400"/>
            <a:ext cx="8245500" cy="432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99">
          <p15:clr>
            <a:srgbClr val="F26B43"/>
          </p15:clr>
        </p15:guide>
        <p15:guide id="2" pos="295">
          <p15:clr>
            <a:srgbClr val="F26B43"/>
          </p15:clr>
        </p15:guide>
        <p15:guide id="3" orient="horz" pos="2967">
          <p15:clr>
            <a:srgbClr val="F26B43"/>
          </p15:clr>
        </p15:guide>
        <p15:guide id="4" pos="54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 name="Shape 282"/>
        <p:cNvGrpSpPr/>
        <p:nvPr/>
      </p:nvGrpSpPr>
      <p:grpSpPr>
        <a:xfrm>
          <a:off x="0" y="0"/>
          <a:ext cx="0" cy="0"/>
          <a:chOff x="0" y="0"/>
          <a:chExt cx="0" cy="0"/>
        </a:xfrm>
      </p:grpSpPr>
      <p:sp>
        <p:nvSpPr>
          <p:cNvPr id="283" name="Google Shape;283;p38"/>
          <p:cNvSpPr txBox="1"/>
          <p:nvPr>
            <p:ph type="title"/>
          </p:nvPr>
        </p:nvSpPr>
        <p:spPr>
          <a:xfrm>
            <a:off x="457200" y="205978"/>
            <a:ext cx="8229600"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ndara"/>
              <a:buNone/>
              <a:defRPr b="0" i="0" sz="3300" u="none" cap="none" strike="noStrike">
                <a:solidFill>
                  <a:schemeClr val="dk1"/>
                </a:solidFill>
                <a:latin typeface="Candara"/>
                <a:ea typeface="Candara"/>
                <a:cs typeface="Candara"/>
                <a:sym typeface="Candara"/>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84" name="Google Shape;284;p38"/>
          <p:cNvSpPr txBox="1"/>
          <p:nvPr>
            <p:ph idx="1" type="body"/>
          </p:nvPr>
        </p:nvSpPr>
        <p:spPr>
          <a:xfrm>
            <a:off x="457200" y="1200151"/>
            <a:ext cx="8229600"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ndara"/>
                <a:ea typeface="Candara"/>
                <a:cs typeface="Candara"/>
                <a:sym typeface="Candara"/>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ndara"/>
                <a:ea typeface="Candara"/>
                <a:cs typeface="Candara"/>
                <a:sym typeface="Candara"/>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ndara"/>
                <a:ea typeface="Candara"/>
                <a:cs typeface="Candara"/>
                <a:sym typeface="Candara"/>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ndara"/>
                <a:ea typeface="Candara"/>
                <a:cs typeface="Candara"/>
                <a:sym typeface="Candara"/>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ndara"/>
                <a:ea typeface="Candara"/>
                <a:cs typeface="Candara"/>
                <a:sym typeface="Candara"/>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ndara"/>
                <a:ea typeface="Candara"/>
                <a:cs typeface="Candara"/>
                <a:sym typeface="Candara"/>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ndara"/>
                <a:ea typeface="Candara"/>
                <a:cs typeface="Candara"/>
                <a:sym typeface="Candara"/>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ndara"/>
                <a:ea typeface="Candara"/>
                <a:cs typeface="Candara"/>
                <a:sym typeface="Candara"/>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ndara"/>
                <a:ea typeface="Candara"/>
                <a:cs typeface="Candara"/>
                <a:sym typeface="Candara"/>
              </a:defRPr>
            </a:lvl9pPr>
          </a:lstStyle>
          <a:p/>
        </p:txBody>
      </p:sp>
      <p:sp>
        <p:nvSpPr>
          <p:cNvPr id="285" name="Google Shape;285;p38"/>
          <p:cNvSpPr txBox="1"/>
          <p:nvPr>
            <p:ph idx="10" type="dt"/>
          </p:nvPr>
        </p:nvSpPr>
        <p:spPr>
          <a:xfrm>
            <a:off x="457200" y="4767263"/>
            <a:ext cx="21336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ndara"/>
                <a:ea typeface="Candara"/>
                <a:cs typeface="Candara"/>
                <a:sym typeface="Candara"/>
              </a:defRPr>
            </a:lvl1pPr>
            <a:lvl2pPr lvl="1"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2pPr>
            <a:lvl3pPr lvl="2"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3pPr>
            <a:lvl4pPr lvl="3"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4pPr>
            <a:lvl5pPr lvl="4"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5pPr>
            <a:lvl6pPr lvl="5"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6pPr>
            <a:lvl7pPr lvl="6"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7pPr>
            <a:lvl8pPr lvl="7"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8pPr>
            <a:lvl9pPr lvl="8"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9pPr>
          </a:lstStyle>
          <a:p/>
        </p:txBody>
      </p:sp>
      <p:sp>
        <p:nvSpPr>
          <p:cNvPr id="286" name="Google Shape;286;p38"/>
          <p:cNvSpPr txBox="1"/>
          <p:nvPr>
            <p:ph idx="11" type="ftr"/>
          </p:nvPr>
        </p:nvSpPr>
        <p:spPr>
          <a:xfrm>
            <a:off x="3124200" y="4767263"/>
            <a:ext cx="28956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ndara"/>
                <a:ea typeface="Candara"/>
                <a:cs typeface="Candara"/>
                <a:sym typeface="Candara"/>
              </a:defRPr>
            </a:lvl1pPr>
            <a:lvl2pPr lvl="1"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2pPr>
            <a:lvl3pPr lvl="2"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3pPr>
            <a:lvl4pPr lvl="3"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4pPr>
            <a:lvl5pPr lvl="4"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5pPr>
            <a:lvl6pPr lvl="5"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6pPr>
            <a:lvl7pPr lvl="6"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7pPr>
            <a:lvl8pPr lvl="7"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8pPr>
            <a:lvl9pPr lvl="8" marR="0" rtl="0" algn="l">
              <a:spcBef>
                <a:spcPts val="0"/>
              </a:spcBef>
              <a:spcAft>
                <a:spcPts val="0"/>
              </a:spcAft>
              <a:buSzPts val="1100"/>
              <a:buNone/>
              <a:defRPr b="0" i="0" sz="1400" u="none" cap="none" strike="noStrike">
                <a:solidFill>
                  <a:schemeClr val="dk1"/>
                </a:solidFill>
                <a:latin typeface="Candara"/>
                <a:ea typeface="Candara"/>
                <a:cs typeface="Candara"/>
                <a:sym typeface="Candara"/>
              </a:defRPr>
            </a:lvl9pPr>
          </a:lstStyle>
          <a:p/>
        </p:txBody>
      </p:sp>
      <p:sp>
        <p:nvSpPr>
          <p:cNvPr id="287" name="Google Shape;287;p38"/>
          <p:cNvSpPr txBox="1"/>
          <p:nvPr>
            <p:ph idx="12" type="sldNum"/>
          </p:nvPr>
        </p:nvSpPr>
        <p:spPr>
          <a:xfrm>
            <a:off x="6553200" y="4767263"/>
            <a:ext cx="21336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ndara"/>
                <a:ea typeface="Candara"/>
                <a:cs typeface="Candara"/>
                <a:sym typeface="Candara"/>
              </a:defRPr>
            </a:lvl1pPr>
            <a:lvl2pPr indent="0" lvl="1" marL="0" marR="0" rtl="0" algn="r">
              <a:spcBef>
                <a:spcPts val="0"/>
              </a:spcBef>
              <a:buNone/>
              <a:defRPr b="0" i="0" sz="900" u="none" cap="none" strike="noStrike">
                <a:solidFill>
                  <a:srgbClr val="888888"/>
                </a:solidFill>
                <a:latin typeface="Candara"/>
                <a:ea typeface="Candara"/>
                <a:cs typeface="Candara"/>
                <a:sym typeface="Candara"/>
              </a:defRPr>
            </a:lvl2pPr>
            <a:lvl3pPr indent="0" lvl="2" marL="0" marR="0" rtl="0" algn="r">
              <a:spcBef>
                <a:spcPts val="0"/>
              </a:spcBef>
              <a:buNone/>
              <a:defRPr b="0" i="0" sz="900" u="none" cap="none" strike="noStrike">
                <a:solidFill>
                  <a:srgbClr val="888888"/>
                </a:solidFill>
                <a:latin typeface="Candara"/>
                <a:ea typeface="Candara"/>
                <a:cs typeface="Candara"/>
                <a:sym typeface="Candara"/>
              </a:defRPr>
            </a:lvl3pPr>
            <a:lvl4pPr indent="0" lvl="3" marL="0" marR="0" rtl="0" algn="r">
              <a:spcBef>
                <a:spcPts val="0"/>
              </a:spcBef>
              <a:buNone/>
              <a:defRPr b="0" i="0" sz="900" u="none" cap="none" strike="noStrike">
                <a:solidFill>
                  <a:srgbClr val="888888"/>
                </a:solidFill>
                <a:latin typeface="Candara"/>
                <a:ea typeface="Candara"/>
                <a:cs typeface="Candara"/>
                <a:sym typeface="Candara"/>
              </a:defRPr>
            </a:lvl4pPr>
            <a:lvl5pPr indent="0" lvl="4" marL="0" marR="0" rtl="0" algn="r">
              <a:spcBef>
                <a:spcPts val="0"/>
              </a:spcBef>
              <a:buNone/>
              <a:defRPr b="0" i="0" sz="900" u="none" cap="none" strike="noStrike">
                <a:solidFill>
                  <a:srgbClr val="888888"/>
                </a:solidFill>
                <a:latin typeface="Candara"/>
                <a:ea typeface="Candara"/>
                <a:cs typeface="Candara"/>
                <a:sym typeface="Candara"/>
              </a:defRPr>
            </a:lvl5pPr>
            <a:lvl6pPr indent="0" lvl="5" marL="0" marR="0" rtl="0" algn="r">
              <a:spcBef>
                <a:spcPts val="0"/>
              </a:spcBef>
              <a:buNone/>
              <a:defRPr b="0" i="0" sz="900" u="none" cap="none" strike="noStrike">
                <a:solidFill>
                  <a:srgbClr val="888888"/>
                </a:solidFill>
                <a:latin typeface="Candara"/>
                <a:ea typeface="Candara"/>
                <a:cs typeface="Candara"/>
                <a:sym typeface="Candara"/>
              </a:defRPr>
            </a:lvl6pPr>
            <a:lvl7pPr indent="0" lvl="6" marL="0" marR="0" rtl="0" algn="r">
              <a:spcBef>
                <a:spcPts val="0"/>
              </a:spcBef>
              <a:buNone/>
              <a:defRPr b="0" i="0" sz="900" u="none" cap="none" strike="noStrike">
                <a:solidFill>
                  <a:srgbClr val="888888"/>
                </a:solidFill>
                <a:latin typeface="Candara"/>
                <a:ea typeface="Candara"/>
                <a:cs typeface="Candara"/>
                <a:sym typeface="Candara"/>
              </a:defRPr>
            </a:lvl7pPr>
            <a:lvl8pPr indent="0" lvl="7" marL="0" marR="0" rtl="0" algn="r">
              <a:spcBef>
                <a:spcPts val="0"/>
              </a:spcBef>
              <a:buNone/>
              <a:defRPr b="0" i="0" sz="900" u="none" cap="none" strike="noStrike">
                <a:solidFill>
                  <a:srgbClr val="888888"/>
                </a:solidFill>
                <a:latin typeface="Candara"/>
                <a:ea typeface="Candara"/>
                <a:cs typeface="Candara"/>
                <a:sym typeface="Candara"/>
              </a:defRPr>
            </a:lvl8pPr>
            <a:lvl9pPr indent="0" lvl="8" marL="0" marR="0" rtl="0" algn="r">
              <a:spcBef>
                <a:spcPts val="0"/>
              </a:spcBef>
              <a:buNone/>
              <a:defRPr b="0" i="0" sz="900" u="none" cap="none" strike="noStrike">
                <a:solidFill>
                  <a:srgbClr val="888888"/>
                </a:solidFill>
                <a:latin typeface="Candara"/>
                <a:ea typeface="Candara"/>
                <a:cs typeface="Candara"/>
                <a:sym typeface="Candar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unfoldsim.j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doi.org/10.1038/s41587-019-0336-3" TargetMode="External"/><Relationship Id="rId4" Type="http://schemas.openxmlformats.org/officeDocument/2006/relationships/hyperlink" Target="https://doi.org/10.1038/s41587-019-0336-3" TargetMode="External"/><Relationship Id="rId5" Type="http://schemas.openxmlformats.org/officeDocument/2006/relationships/hyperlink" Target="https://doi.org/10.1038/s43588-023-00419-0" TargetMode="External"/><Relationship Id="rId6" Type="http://schemas.openxmlformats.org/officeDocument/2006/relationships/hyperlink" Target="https://doi.org/10.1038/s43588-023-00419-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1"/>
          <p:cNvSpPr txBox="1"/>
          <p:nvPr>
            <p:ph idx="1" type="body"/>
          </p:nvPr>
        </p:nvSpPr>
        <p:spPr>
          <a:xfrm>
            <a:off x="162779" y="841454"/>
            <a:ext cx="3561900" cy="435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Font typeface="Arial"/>
              <a:buNone/>
            </a:pPr>
            <a:r>
              <a:rPr lang="en-GB"/>
              <a:t>27 January 2026</a:t>
            </a:r>
            <a:endParaRPr/>
          </a:p>
        </p:txBody>
      </p:sp>
      <p:sp>
        <p:nvSpPr>
          <p:cNvPr id="302" name="Google Shape;302;p41"/>
          <p:cNvSpPr txBox="1"/>
          <p:nvPr>
            <p:ph idx="2" type="body"/>
          </p:nvPr>
        </p:nvSpPr>
        <p:spPr>
          <a:xfrm>
            <a:off x="388195" y="1456575"/>
            <a:ext cx="7882200" cy="2441400"/>
          </a:xfrm>
          <a:prstGeom prst="rect">
            <a:avLst/>
          </a:prstGeom>
          <a:noFill/>
          <a:ln>
            <a:noFill/>
          </a:ln>
        </p:spPr>
        <p:txBody>
          <a:bodyPr anchorCtr="0" anchor="b" bIns="0" lIns="0" spcFirstLastPara="1" rIns="0" wrap="square" tIns="0">
            <a:noAutofit/>
          </a:bodyPr>
          <a:lstStyle/>
          <a:p>
            <a:pPr indent="0" lvl="0" marL="0" marR="0" rtl="0" algn="ctr">
              <a:lnSpc>
                <a:spcPct val="120000"/>
              </a:lnSpc>
              <a:spcBef>
                <a:spcPts val="0"/>
              </a:spcBef>
              <a:spcAft>
                <a:spcPts val="0"/>
              </a:spcAft>
              <a:buNone/>
            </a:pPr>
            <a:r>
              <a:rPr lang="en-GB" sz="2300"/>
              <a:t>Evaluating Temporal Dimensionality Reduction Methods for ERP-Structured EEG Data</a:t>
            </a:r>
            <a:endParaRPr sz="2300"/>
          </a:p>
          <a:p>
            <a:pPr indent="0" lvl="0" marL="0" rtl="0" algn="l">
              <a:lnSpc>
                <a:spcPct val="115000"/>
              </a:lnSpc>
              <a:spcBef>
                <a:spcPts val="0"/>
              </a:spcBef>
              <a:spcAft>
                <a:spcPts val="0"/>
              </a:spcAft>
              <a:buClr>
                <a:schemeClr val="dk2"/>
              </a:buClr>
              <a:buSzPts val="1100"/>
              <a:buFont typeface="Arial"/>
              <a:buNone/>
            </a:pPr>
            <a:r>
              <a:t/>
            </a:r>
            <a:endParaRPr sz="2000"/>
          </a:p>
          <a:p>
            <a:pPr indent="0" lvl="0" marL="0" rtl="0" algn="l">
              <a:lnSpc>
                <a:spcPct val="90000"/>
              </a:lnSpc>
              <a:spcBef>
                <a:spcPts val="0"/>
              </a:spcBef>
              <a:spcAft>
                <a:spcPts val="0"/>
              </a:spcAft>
              <a:buSzPts val="2800"/>
              <a:buFont typeface="Arial"/>
              <a:buNone/>
            </a:pPr>
            <a:r>
              <a:t/>
            </a:r>
            <a:endParaRPr sz="2000"/>
          </a:p>
        </p:txBody>
      </p:sp>
      <p:sp>
        <p:nvSpPr>
          <p:cNvPr id="303" name="Google Shape;303;p41"/>
          <p:cNvSpPr txBox="1"/>
          <p:nvPr>
            <p:ph idx="3" type="body"/>
          </p:nvPr>
        </p:nvSpPr>
        <p:spPr>
          <a:xfrm>
            <a:off x="426450" y="3687400"/>
            <a:ext cx="7805700" cy="588600"/>
          </a:xfrm>
          <a:prstGeom prst="rect">
            <a:avLst/>
          </a:prstGeom>
          <a:noFill/>
          <a:ln>
            <a:noFill/>
          </a:ln>
        </p:spPr>
        <p:txBody>
          <a:bodyPr anchorCtr="0" anchor="t" bIns="0" lIns="0" spcFirstLastPara="1" rIns="0" wrap="square" tIns="0">
            <a:noAutofit/>
          </a:bodyPr>
          <a:lstStyle/>
          <a:p>
            <a:pPr indent="0" lvl="0" marL="0" rtl="0" algn="ctr">
              <a:lnSpc>
                <a:spcPct val="180000"/>
              </a:lnSpc>
              <a:spcBef>
                <a:spcPts val="0"/>
              </a:spcBef>
              <a:spcAft>
                <a:spcPts val="0"/>
              </a:spcAft>
              <a:buClr>
                <a:schemeClr val="dk2"/>
              </a:buClr>
              <a:buSzPts val="1100"/>
              <a:buFont typeface="Arial"/>
              <a:buNone/>
            </a:pPr>
            <a:r>
              <a:rPr lang="en-GB" sz="1300"/>
              <a:t>Visualization Institute of the University of Stuttgart (VISUS)</a:t>
            </a:r>
            <a:endParaRPr sz="1300"/>
          </a:p>
          <a:p>
            <a:pPr indent="0" lvl="0" marL="0" rtl="0" algn="ctr">
              <a:lnSpc>
                <a:spcPct val="120000"/>
              </a:lnSpc>
              <a:spcBef>
                <a:spcPts val="0"/>
              </a:spcBef>
              <a:spcAft>
                <a:spcPts val="0"/>
              </a:spcAft>
              <a:buClr>
                <a:schemeClr val="dk2"/>
              </a:buClr>
              <a:buSzPts val="1100"/>
              <a:buFont typeface="Arial"/>
              <a:buNone/>
            </a:pPr>
            <a:r>
              <a:rPr lang="en-GB" sz="1300"/>
              <a:t>Priyanka Ahuja</a:t>
            </a:r>
            <a:endParaRPr sz="1300"/>
          </a:p>
          <a:p>
            <a:pPr indent="0" lvl="0" marL="0" rtl="0" algn="l">
              <a:lnSpc>
                <a:spcPct val="115000"/>
              </a:lnSpc>
              <a:spcBef>
                <a:spcPts val="0"/>
              </a:spcBef>
              <a:spcAft>
                <a:spcPts val="0"/>
              </a:spcAft>
              <a:buClr>
                <a:schemeClr val="dk2"/>
              </a:buClr>
              <a:buSzPts val="1100"/>
              <a:buFont typeface="Arial"/>
              <a:buNone/>
            </a:pPr>
            <a:r>
              <a:t/>
            </a:r>
            <a:endParaRPr sz="1300"/>
          </a:p>
          <a:p>
            <a:pPr indent="0" lvl="0" marL="0" rtl="0" algn="l">
              <a:lnSpc>
                <a:spcPct val="110000"/>
              </a:lnSpc>
              <a:spcBef>
                <a:spcPts val="0"/>
              </a:spcBef>
              <a:spcAft>
                <a:spcPts val="0"/>
              </a:spcAft>
              <a:buSzPts val="1600"/>
              <a:buFont typeface="Arial"/>
              <a:buNone/>
            </a:pPr>
            <a:r>
              <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ph type="title"/>
          </p:nvPr>
        </p:nvSpPr>
        <p:spPr>
          <a:xfrm>
            <a:off x="466727" y="356400"/>
            <a:ext cx="8245500" cy="43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GB" sz="2500"/>
              <a:t>About Me</a:t>
            </a:r>
            <a:endParaRPr b="0" sz="2500"/>
          </a:p>
        </p:txBody>
      </p:sp>
      <p:grpSp>
        <p:nvGrpSpPr>
          <p:cNvPr id="309" name="Google Shape;309;p42"/>
          <p:cNvGrpSpPr/>
          <p:nvPr/>
        </p:nvGrpSpPr>
        <p:grpSpPr>
          <a:xfrm>
            <a:off x="1645527" y="788408"/>
            <a:ext cx="4522520" cy="459692"/>
            <a:chOff x="3549180" y="946003"/>
            <a:chExt cx="4522520" cy="459692"/>
          </a:xfrm>
        </p:grpSpPr>
        <p:sp>
          <p:nvSpPr>
            <p:cNvPr id="310" name="Google Shape;310;p42"/>
            <p:cNvSpPr txBox="1"/>
            <p:nvPr/>
          </p:nvSpPr>
          <p:spPr>
            <a:xfrm>
              <a:off x="5343500" y="946003"/>
              <a:ext cx="2728200" cy="2760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750"/>
                </a:spcBef>
                <a:spcAft>
                  <a:spcPts val="0"/>
                </a:spcAft>
                <a:buClr>
                  <a:schemeClr val="dk2"/>
                </a:buClr>
                <a:buSzPts val="1100"/>
                <a:buFont typeface="Arial"/>
                <a:buNone/>
              </a:pPr>
              <a:r>
                <a:rPr lang="en-GB">
                  <a:solidFill>
                    <a:schemeClr val="dk1"/>
                  </a:solidFill>
                </a:rPr>
                <a:t>Bachelor’s of Engineering in Computer Science (India)</a:t>
              </a:r>
              <a:endParaRPr>
                <a:solidFill>
                  <a:schemeClr val="dk1"/>
                </a:solidFill>
              </a:endParaRPr>
            </a:p>
            <a:p>
              <a:pPr indent="0" lvl="0" marL="0" rtl="0" algn="l">
                <a:lnSpc>
                  <a:spcPct val="115000"/>
                </a:lnSpc>
                <a:spcBef>
                  <a:spcPts val="0"/>
                </a:spcBef>
                <a:spcAft>
                  <a:spcPts val="0"/>
                </a:spcAft>
                <a:buNone/>
              </a:pPr>
              <a:r>
                <a:t/>
              </a:r>
              <a:endParaRPr b="1">
                <a:solidFill>
                  <a:srgbClr val="840D35"/>
                </a:solidFill>
              </a:endParaRPr>
            </a:p>
          </p:txBody>
        </p:sp>
        <p:sp>
          <p:nvSpPr>
            <p:cNvPr id="311" name="Google Shape;311;p42"/>
            <p:cNvSpPr txBox="1"/>
            <p:nvPr/>
          </p:nvSpPr>
          <p:spPr>
            <a:xfrm>
              <a:off x="3549180" y="973696"/>
              <a:ext cx="1186500" cy="4320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a:solidFill>
                    <a:srgbClr val="222222"/>
                  </a:solidFill>
                </a:rPr>
                <a:t>2017-2021</a:t>
              </a:r>
              <a:endParaRPr>
                <a:solidFill>
                  <a:srgbClr val="222222"/>
                </a:solidFill>
              </a:endParaRPr>
            </a:p>
          </p:txBody>
        </p:sp>
      </p:grpSp>
      <p:grpSp>
        <p:nvGrpSpPr>
          <p:cNvPr id="312" name="Google Shape;312;p42"/>
          <p:cNvGrpSpPr/>
          <p:nvPr/>
        </p:nvGrpSpPr>
        <p:grpSpPr>
          <a:xfrm>
            <a:off x="1645525" y="1812901"/>
            <a:ext cx="4871501" cy="605524"/>
            <a:chOff x="3584653" y="946003"/>
            <a:chExt cx="4871501" cy="605524"/>
          </a:xfrm>
        </p:grpSpPr>
        <p:sp>
          <p:nvSpPr>
            <p:cNvPr id="313" name="Google Shape;313;p42"/>
            <p:cNvSpPr txBox="1"/>
            <p:nvPr/>
          </p:nvSpPr>
          <p:spPr>
            <a:xfrm>
              <a:off x="5343500" y="946003"/>
              <a:ext cx="2728200" cy="27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100">
                <a:solidFill>
                  <a:srgbClr val="840D35"/>
                </a:solidFill>
                <a:latin typeface="Roboto"/>
                <a:ea typeface="Roboto"/>
                <a:cs typeface="Roboto"/>
                <a:sym typeface="Roboto"/>
              </a:endParaRPr>
            </a:p>
          </p:txBody>
        </p:sp>
        <p:sp>
          <p:nvSpPr>
            <p:cNvPr id="314" name="Google Shape;314;p42"/>
            <p:cNvSpPr txBox="1"/>
            <p:nvPr/>
          </p:nvSpPr>
          <p:spPr>
            <a:xfrm>
              <a:off x="5414454" y="1091928"/>
              <a:ext cx="3041700" cy="459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750"/>
                </a:spcBef>
                <a:spcAft>
                  <a:spcPts val="0"/>
                </a:spcAft>
                <a:buClr>
                  <a:schemeClr val="dk2"/>
                </a:buClr>
                <a:buSzPts val="1100"/>
                <a:buFont typeface="Arial"/>
                <a:buNone/>
              </a:pPr>
              <a:r>
                <a:rPr lang="en-GB">
                  <a:solidFill>
                    <a:schemeClr val="dk1"/>
                  </a:solidFill>
                </a:rPr>
                <a:t>2 years of work experience as System Developer in Cybersecurity (India)</a:t>
              </a:r>
              <a:endParaRPr>
                <a:solidFill>
                  <a:schemeClr val="dk1"/>
                </a:solidFill>
              </a:endParaRPr>
            </a:p>
            <a:p>
              <a:pPr indent="0" lvl="0" marL="0" rtl="0" algn="l">
                <a:lnSpc>
                  <a:spcPct val="115000"/>
                </a:lnSpc>
                <a:spcBef>
                  <a:spcPts val="0"/>
                </a:spcBef>
                <a:spcAft>
                  <a:spcPts val="1600"/>
                </a:spcAft>
                <a:buNone/>
              </a:pPr>
              <a:r>
                <a:t/>
              </a:r>
              <a:endParaRPr>
                <a:solidFill>
                  <a:srgbClr val="840D35"/>
                </a:solidFill>
              </a:endParaRPr>
            </a:p>
          </p:txBody>
        </p:sp>
        <p:sp>
          <p:nvSpPr>
            <p:cNvPr id="315" name="Google Shape;315;p42"/>
            <p:cNvSpPr txBox="1"/>
            <p:nvPr/>
          </p:nvSpPr>
          <p:spPr>
            <a:xfrm>
              <a:off x="3584653" y="973702"/>
              <a:ext cx="1151100" cy="459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a:solidFill>
                    <a:schemeClr val="dk1"/>
                  </a:solidFill>
                </a:rPr>
                <a:t>2021-2023</a:t>
              </a:r>
              <a:endParaRPr>
                <a:solidFill>
                  <a:schemeClr val="dk1"/>
                </a:solidFill>
              </a:endParaRPr>
            </a:p>
          </p:txBody>
        </p:sp>
      </p:grpSp>
      <p:grpSp>
        <p:nvGrpSpPr>
          <p:cNvPr id="316" name="Google Shape;316;p42"/>
          <p:cNvGrpSpPr/>
          <p:nvPr/>
        </p:nvGrpSpPr>
        <p:grpSpPr>
          <a:xfrm>
            <a:off x="1645528" y="2965565"/>
            <a:ext cx="4522519" cy="600071"/>
            <a:chOff x="3594431" y="1158448"/>
            <a:chExt cx="4522519" cy="600071"/>
          </a:xfrm>
        </p:grpSpPr>
        <p:sp>
          <p:nvSpPr>
            <p:cNvPr id="317" name="Google Shape;317;p42"/>
            <p:cNvSpPr txBox="1"/>
            <p:nvPr/>
          </p:nvSpPr>
          <p:spPr>
            <a:xfrm>
              <a:off x="5388750" y="1158448"/>
              <a:ext cx="2728200" cy="410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750"/>
                </a:spcBef>
                <a:spcAft>
                  <a:spcPts val="0"/>
                </a:spcAft>
                <a:buNone/>
              </a:pPr>
              <a:r>
                <a:rPr lang="en-GB">
                  <a:solidFill>
                    <a:schemeClr val="dk1"/>
                  </a:solidFill>
                </a:rPr>
                <a:t>Currently pursuing a Master’s in Computer Science</a:t>
              </a:r>
              <a:endParaRPr>
                <a:solidFill>
                  <a:schemeClr val="dk1"/>
                </a:solidFill>
              </a:endParaRPr>
            </a:p>
            <a:p>
              <a:pPr indent="0" lvl="0" marL="0" rtl="0" algn="l">
                <a:lnSpc>
                  <a:spcPct val="120000"/>
                </a:lnSpc>
                <a:spcBef>
                  <a:spcPts val="750"/>
                </a:spcBef>
                <a:spcAft>
                  <a:spcPts val="0"/>
                </a:spcAft>
                <a:buClr>
                  <a:schemeClr val="dk2"/>
                </a:buClr>
                <a:buSzPts val="1100"/>
                <a:buFont typeface="Arial"/>
                <a:buNone/>
              </a:pPr>
              <a:r>
                <a:rPr lang="en-GB">
                  <a:solidFill>
                    <a:schemeClr val="dk1"/>
                  </a:solidFill>
                </a:rPr>
                <a:t>Major: Service technology and Engineering</a:t>
              </a:r>
              <a:endParaRPr>
                <a:solidFill>
                  <a:schemeClr val="dk1"/>
                </a:solidFill>
              </a:endParaRPr>
            </a:p>
            <a:p>
              <a:pPr indent="0" lvl="0" marL="0" rtl="0" algn="l">
                <a:lnSpc>
                  <a:spcPct val="115000"/>
                </a:lnSpc>
                <a:spcBef>
                  <a:spcPts val="0"/>
                </a:spcBef>
                <a:spcAft>
                  <a:spcPts val="1600"/>
                </a:spcAft>
                <a:buNone/>
              </a:pPr>
              <a:r>
                <a:t/>
              </a:r>
              <a:endParaRPr sz="700">
                <a:solidFill>
                  <a:srgbClr val="858585"/>
                </a:solidFill>
              </a:endParaRPr>
            </a:p>
          </p:txBody>
        </p:sp>
        <p:sp>
          <p:nvSpPr>
            <p:cNvPr id="318" name="Google Shape;318;p42"/>
            <p:cNvSpPr txBox="1"/>
            <p:nvPr/>
          </p:nvSpPr>
          <p:spPr>
            <a:xfrm>
              <a:off x="3594431" y="1347820"/>
              <a:ext cx="1352100" cy="4107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GB">
                  <a:solidFill>
                    <a:schemeClr val="dk1"/>
                  </a:solidFill>
                </a:rPr>
                <a:t>2023-Present</a:t>
              </a:r>
              <a:endParaRPr>
                <a:solidFill>
                  <a:schemeClr val="dk1"/>
                </a:solidFill>
              </a:endParaRPr>
            </a:p>
          </p:txBody>
        </p:sp>
      </p:grpSp>
      <p:sp>
        <p:nvSpPr>
          <p:cNvPr id="319" name="Google Shape;319;p42"/>
          <p:cNvSpPr/>
          <p:nvPr/>
        </p:nvSpPr>
        <p:spPr>
          <a:xfrm>
            <a:off x="2978827" y="788400"/>
            <a:ext cx="85500" cy="993900"/>
          </a:xfrm>
          <a:prstGeom prst="rect">
            <a:avLst/>
          </a:prstGeom>
          <a:solidFill>
            <a:srgbClr val="6D9E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2"/>
          <p:cNvSpPr/>
          <p:nvPr/>
        </p:nvSpPr>
        <p:spPr>
          <a:xfrm>
            <a:off x="2189425" y="1222050"/>
            <a:ext cx="165600" cy="560400"/>
          </a:xfrm>
          <a:prstGeom prst="downArrow">
            <a:avLst>
              <a:gd fmla="val 50000" name="adj1"/>
              <a:gd fmla="val 50000" name="adj2"/>
            </a:avLst>
          </a:prstGeom>
          <a:solidFill>
            <a:srgbClr val="D8D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42"/>
          <p:cNvSpPr/>
          <p:nvPr/>
        </p:nvSpPr>
        <p:spPr>
          <a:xfrm>
            <a:off x="2189425" y="2291550"/>
            <a:ext cx="165600" cy="560400"/>
          </a:xfrm>
          <a:prstGeom prst="downArrow">
            <a:avLst>
              <a:gd fmla="val 50000" name="adj1"/>
              <a:gd fmla="val 50000" name="adj2"/>
            </a:avLst>
          </a:prstGeom>
          <a:solidFill>
            <a:srgbClr val="D8D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42"/>
          <p:cNvSpPr/>
          <p:nvPr/>
        </p:nvSpPr>
        <p:spPr>
          <a:xfrm>
            <a:off x="2978827" y="1971663"/>
            <a:ext cx="85500" cy="993900"/>
          </a:xfrm>
          <a:prstGeom prst="rect">
            <a:avLst/>
          </a:prstGeom>
          <a:solidFill>
            <a:srgbClr val="6D9E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2"/>
          <p:cNvSpPr/>
          <p:nvPr/>
        </p:nvSpPr>
        <p:spPr>
          <a:xfrm>
            <a:off x="2978827" y="3154950"/>
            <a:ext cx="85500" cy="993900"/>
          </a:xfrm>
          <a:prstGeom prst="rect">
            <a:avLst/>
          </a:prstGeom>
          <a:solidFill>
            <a:srgbClr val="6D9E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500"/>
              <a:t>Motivation</a:t>
            </a:r>
            <a:endParaRPr sz="2500"/>
          </a:p>
          <a:p>
            <a:pPr indent="0" lvl="0" marL="0" rtl="0" algn="l">
              <a:lnSpc>
                <a:spcPct val="115000"/>
              </a:lnSpc>
              <a:spcBef>
                <a:spcPts val="1400"/>
              </a:spcBef>
              <a:spcAft>
                <a:spcPts val="400"/>
              </a:spcAft>
              <a:buNone/>
            </a:pPr>
            <a:r>
              <a:t/>
            </a:r>
            <a:endParaRPr b="1" sz="1300"/>
          </a:p>
        </p:txBody>
      </p:sp>
      <p:sp>
        <p:nvSpPr>
          <p:cNvPr id="329" name="Google Shape;329;p43"/>
          <p:cNvSpPr/>
          <p:nvPr/>
        </p:nvSpPr>
        <p:spPr>
          <a:xfrm>
            <a:off x="679325" y="2032688"/>
            <a:ext cx="2411100" cy="9861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 High dimensionality</a:t>
            </a:r>
            <a:endParaRPr b="1"/>
          </a:p>
          <a:p>
            <a:pPr indent="457200" lvl="0" marL="0" rtl="0" algn="l">
              <a:spcBef>
                <a:spcPts val="0"/>
              </a:spcBef>
              <a:spcAft>
                <a:spcPts val="0"/>
              </a:spcAft>
              <a:buNone/>
            </a:pPr>
            <a:r>
              <a:rPr lang="en-GB"/>
              <a:t>Many </a:t>
            </a:r>
            <a:r>
              <a:rPr lang="en-GB"/>
              <a:t>channels</a:t>
            </a:r>
            <a:endParaRPr/>
          </a:p>
          <a:p>
            <a:pPr indent="0" lvl="0" marL="457200" rtl="0" algn="l">
              <a:spcBef>
                <a:spcPts val="0"/>
              </a:spcBef>
              <a:spcAft>
                <a:spcPts val="0"/>
              </a:spcAft>
              <a:buNone/>
            </a:pPr>
            <a:r>
              <a:rPr lang="en-GB"/>
              <a:t>Many subjects</a:t>
            </a:r>
            <a:endParaRPr/>
          </a:p>
        </p:txBody>
      </p:sp>
      <p:sp>
        <p:nvSpPr>
          <p:cNvPr id="330" name="Google Shape;330;p43"/>
          <p:cNvSpPr/>
          <p:nvPr/>
        </p:nvSpPr>
        <p:spPr>
          <a:xfrm>
            <a:off x="3268575" y="2032675"/>
            <a:ext cx="2411100" cy="9861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Noise</a:t>
            </a:r>
            <a:endParaRPr b="1"/>
          </a:p>
          <a:p>
            <a:pPr indent="0" lvl="0" marL="457200" rtl="0" algn="l">
              <a:spcBef>
                <a:spcPts val="0"/>
              </a:spcBef>
              <a:spcAft>
                <a:spcPts val="0"/>
              </a:spcAft>
              <a:buNone/>
            </a:pPr>
            <a:r>
              <a:rPr lang="en-GB"/>
              <a:t>Consists of artifacts</a:t>
            </a:r>
            <a:endParaRPr/>
          </a:p>
        </p:txBody>
      </p:sp>
      <p:sp>
        <p:nvSpPr>
          <p:cNvPr id="331" name="Google Shape;331;p43"/>
          <p:cNvSpPr/>
          <p:nvPr/>
        </p:nvSpPr>
        <p:spPr>
          <a:xfrm>
            <a:off x="6007050" y="2009138"/>
            <a:ext cx="2411100" cy="10332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Feature Selection</a:t>
            </a:r>
            <a:endParaRPr/>
          </a:p>
          <a:p>
            <a:pPr indent="0" lvl="0" marL="0" rtl="0" algn="l">
              <a:spcBef>
                <a:spcPts val="0"/>
              </a:spcBef>
              <a:spcAft>
                <a:spcPts val="0"/>
              </a:spcAft>
              <a:buNone/>
            </a:pPr>
            <a:r>
              <a:rPr lang="en-GB"/>
              <a:t>  Various features to focus on (time/</a:t>
            </a:r>
            <a:r>
              <a:rPr lang="en-GB"/>
              <a:t>frequency-domain</a:t>
            </a:r>
            <a:r>
              <a:rPr lang="en-GB"/>
              <a:t> features)</a:t>
            </a:r>
            <a:endParaRPr/>
          </a:p>
        </p:txBody>
      </p:sp>
      <p:sp>
        <p:nvSpPr>
          <p:cNvPr id="332" name="Google Shape;332;p43"/>
          <p:cNvSpPr/>
          <p:nvPr/>
        </p:nvSpPr>
        <p:spPr>
          <a:xfrm>
            <a:off x="851550" y="4033750"/>
            <a:ext cx="7566600" cy="666000"/>
          </a:xfrm>
          <a:prstGeom prst="rect">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Dimensionality </a:t>
            </a:r>
            <a:r>
              <a:rPr b="1" lang="en-GB"/>
              <a:t>reduction</a:t>
            </a:r>
            <a:r>
              <a:rPr b="1" lang="en-GB"/>
              <a:t> helps in interpreting EEG </a:t>
            </a:r>
            <a:r>
              <a:rPr b="1" lang="en-GB"/>
              <a:t>visualization.</a:t>
            </a:r>
            <a:r>
              <a:rPr b="1" lang="en-GB"/>
              <a:t> </a:t>
            </a:r>
            <a:endParaRPr b="1"/>
          </a:p>
        </p:txBody>
      </p:sp>
      <p:cxnSp>
        <p:nvCxnSpPr>
          <p:cNvPr id="333" name="Google Shape;333;p43"/>
          <p:cNvCxnSpPr/>
          <p:nvPr/>
        </p:nvCxnSpPr>
        <p:spPr>
          <a:xfrm>
            <a:off x="4474125" y="3141663"/>
            <a:ext cx="0" cy="769200"/>
          </a:xfrm>
          <a:prstGeom prst="straightConnector1">
            <a:avLst/>
          </a:prstGeom>
          <a:noFill/>
          <a:ln cap="flat" cmpd="sng" w="9525">
            <a:solidFill>
              <a:schemeClr val="dk2"/>
            </a:solidFill>
            <a:prstDash val="solid"/>
            <a:round/>
            <a:headEnd len="med" w="med" type="none"/>
            <a:tailEnd len="med" w="med" type="triangle"/>
          </a:ln>
        </p:spPr>
      </p:cxnSp>
      <p:cxnSp>
        <p:nvCxnSpPr>
          <p:cNvPr id="334" name="Google Shape;334;p43"/>
          <p:cNvCxnSpPr/>
          <p:nvPr/>
        </p:nvCxnSpPr>
        <p:spPr>
          <a:xfrm flipH="1">
            <a:off x="4927200" y="3149850"/>
            <a:ext cx="1515600" cy="815100"/>
          </a:xfrm>
          <a:prstGeom prst="straightConnector1">
            <a:avLst/>
          </a:prstGeom>
          <a:noFill/>
          <a:ln cap="flat" cmpd="sng" w="9525">
            <a:solidFill>
              <a:schemeClr val="dk2"/>
            </a:solidFill>
            <a:prstDash val="solid"/>
            <a:round/>
            <a:headEnd len="med" w="med" type="none"/>
            <a:tailEnd len="med" w="med" type="triangle"/>
          </a:ln>
        </p:spPr>
      </p:cxnSp>
      <p:cxnSp>
        <p:nvCxnSpPr>
          <p:cNvPr id="335" name="Google Shape;335;p43"/>
          <p:cNvCxnSpPr/>
          <p:nvPr/>
        </p:nvCxnSpPr>
        <p:spPr>
          <a:xfrm>
            <a:off x="2194825" y="3000575"/>
            <a:ext cx="1699200" cy="970200"/>
          </a:xfrm>
          <a:prstGeom prst="straightConnector1">
            <a:avLst/>
          </a:prstGeom>
          <a:noFill/>
          <a:ln cap="flat" cmpd="sng" w="9525">
            <a:solidFill>
              <a:schemeClr val="dk2"/>
            </a:solidFill>
            <a:prstDash val="solid"/>
            <a:round/>
            <a:headEnd len="med" w="med" type="none"/>
            <a:tailEnd len="med" w="med" type="triangle"/>
          </a:ln>
        </p:spPr>
      </p:cxnSp>
      <p:sp>
        <p:nvSpPr>
          <p:cNvPr id="336" name="Google Shape;336;p43"/>
          <p:cNvSpPr txBox="1"/>
          <p:nvPr/>
        </p:nvSpPr>
        <p:spPr>
          <a:xfrm>
            <a:off x="713775" y="1117700"/>
            <a:ext cx="8071200" cy="6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a:t>
            </a:r>
            <a:r>
              <a:rPr b="1" lang="en-GB">
                <a:solidFill>
                  <a:schemeClr val="dk1"/>
                </a:solidFill>
              </a:rPr>
              <a:t>complexity </a:t>
            </a:r>
            <a:r>
              <a:rPr lang="en-GB">
                <a:solidFill>
                  <a:schemeClr val="dk1"/>
                </a:solidFill>
              </a:rPr>
              <a:t>is the fundamental reason why advanced dimensionality reduction techniques are necessary.</a:t>
            </a:r>
            <a:endParaRPr>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GB" sz="2500"/>
              <a:t>Why are PCA or t-SNE algorithms not enough for EEG data analysis?</a:t>
            </a:r>
            <a:endParaRPr sz="2500"/>
          </a:p>
        </p:txBody>
      </p:sp>
      <p:sp>
        <p:nvSpPr>
          <p:cNvPr id="342" name="Google Shape;342;p44"/>
          <p:cNvSpPr txBox="1"/>
          <p:nvPr>
            <p:ph idx="1" type="body"/>
          </p:nvPr>
        </p:nvSpPr>
        <p:spPr>
          <a:xfrm>
            <a:off x="628650" y="1369219"/>
            <a:ext cx="78867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en-GB" sz="1400">
                <a:solidFill>
                  <a:schemeClr val="dk1"/>
                </a:solidFill>
              </a:rPr>
              <a:t>Linear Limitations (PCA):</a:t>
            </a:r>
            <a:endParaRPr b="1" sz="1400">
              <a:solidFill>
                <a:schemeClr val="dk1"/>
              </a:solidFill>
            </a:endParaRPr>
          </a:p>
          <a:p>
            <a:pPr indent="0" lvl="0" marL="0" rtl="0" algn="l">
              <a:spcBef>
                <a:spcPts val="1200"/>
              </a:spcBef>
              <a:spcAft>
                <a:spcPts val="0"/>
              </a:spcAft>
              <a:buNone/>
            </a:pPr>
            <a:r>
              <a:rPr lang="en-GB" sz="1400">
                <a:solidFill>
                  <a:schemeClr val="dk1"/>
                </a:solidFill>
              </a:rPr>
              <a:t>Principal Component Analysis identifies maximal variance but assumes a flat Euclidean geometry, often failing to capture the "curvature" of brain state transitions</a:t>
            </a:r>
            <a:endParaRPr sz="1400">
              <a:solidFill>
                <a:schemeClr val="dk1"/>
              </a:solidFill>
            </a:endParaRPr>
          </a:p>
          <a:p>
            <a:pPr indent="0" lvl="0" marL="0" rtl="0" algn="l">
              <a:lnSpc>
                <a:spcPct val="115000"/>
              </a:lnSpc>
              <a:spcBef>
                <a:spcPts val="1200"/>
              </a:spcBef>
              <a:spcAft>
                <a:spcPts val="0"/>
              </a:spcAft>
              <a:buNone/>
            </a:pPr>
            <a:r>
              <a:rPr b="1" lang="en-GB" sz="1400">
                <a:solidFill>
                  <a:schemeClr val="dk1"/>
                </a:solidFill>
              </a:rPr>
              <a:t>PCA, t-SNE, and UMAP are "time-agnostic":</a:t>
            </a:r>
            <a:r>
              <a:rPr lang="en-GB" sz="1400">
                <a:solidFill>
                  <a:schemeClr val="dk1"/>
                </a:solidFill>
              </a:rPr>
              <a:t> </a:t>
            </a:r>
            <a:endParaRPr sz="14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sz="1400">
                <a:solidFill>
                  <a:schemeClr val="dk1"/>
                </a:solidFill>
              </a:rPr>
              <a:t>They treat each time point as an independent, isolated observation.</a:t>
            </a:r>
            <a:endParaRPr sz="1400">
              <a:solidFill>
                <a:schemeClr val="dk1"/>
              </a:solidFill>
            </a:endParaRPr>
          </a:p>
          <a:p>
            <a:pPr indent="-317500" lvl="0" marL="457200" rtl="0" algn="l">
              <a:lnSpc>
                <a:spcPct val="115000"/>
              </a:lnSpc>
              <a:spcBef>
                <a:spcPts val="0"/>
              </a:spcBef>
              <a:spcAft>
                <a:spcPts val="0"/>
              </a:spcAft>
              <a:buSzPts val="1400"/>
              <a:buChar char="●"/>
            </a:pPr>
            <a:r>
              <a:rPr lang="en-GB" sz="1400">
                <a:solidFill>
                  <a:schemeClr val="dk1"/>
                </a:solidFill>
              </a:rPr>
              <a:t>They ignore the temporal nature of EEG signals, where the neural state at ‘t’ is naturally dependent on the state at ‘t-1.’</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GB" sz="1400">
                <a:solidFill>
                  <a:schemeClr val="dk1"/>
                </a:solidFill>
              </a:rPr>
              <a:t>Groups points by similarity.</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Clr>
                <a:schemeClr val="dk1"/>
              </a:buClr>
              <a:buSzPts val="1100"/>
              <a:buFont typeface="Arial"/>
              <a:buNone/>
            </a:pPr>
            <a:r>
              <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5"/>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GB"/>
              <a:t>Advanced</a:t>
            </a:r>
            <a:r>
              <a:rPr lang="en-GB"/>
              <a:t> Time-preserving methods</a:t>
            </a:r>
            <a:endParaRPr/>
          </a:p>
        </p:txBody>
      </p:sp>
      <p:sp>
        <p:nvSpPr>
          <p:cNvPr id="348" name="Google Shape;348;p4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n-GB" sz="1400">
                <a:solidFill>
                  <a:schemeClr val="dk1"/>
                </a:solidFill>
              </a:rPr>
              <a:t>Non-Linear Advantage: </a:t>
            </a:r>
            <a:endParaRPr b="1" sz="1400">
              <a:solidFill>
                <a:schemeClr val="dk1"/>
              </a:solidFill>
            </a:endParaRPr>
          </a:p>
          <a:p>
            <a:pPr indent="0" lvl="0" marL="0" rtl="0" algn="l">
              <a:spcBef>
                <a:spcPts val="1200"/>
              </a:spcBef>
              <a:spcAft>
                <a:spcPts val="0"/>
              </a:spcAft>
              <a:buNone/>
            </a:pPr>
            <a:r>
              <a:rPr lang="en-GB" sz="1400">
                <a:solidFill>
                  <a:schemeClr val="dk1"/>
                </a:solidFill>
              </a:rPr>
              <a:t>Methods like PHATE and T-PHATE preserve both local and global structures</a:t>
            </a:r>
            <a:endParaRPr sz="1400">
              <a:solidFill>
                <a:schemeClr val="dk1"/>
              </a:solidFill>
            </a:endParaRPr>
          </a:p>
          <a:p>
            <a:pPr indent="0" lvl="0" marL="0" rtl="0" algn="l">
              <a:spcBef>
                <a:spcPts val="1200"/>
              </a:spcBef>
              <a:spcAft>
                <a:spcPts val="0"/>
              </a:spcAft>
              <a:buClr>
                <a:schemeClr val="dk1"/>
              </a:buClr>
              <a:buSzPts val="1100"/>
              <a:buFont typeface="Arial"/>
              <a:buNone/>
            </a:pPr>
            <a:r>
              <a:rPr lang="en-GB" sz="1400">
                <a:solidFill>
                  <a:schemeClr val="dk1"/>
                </a:solidFill>
              </a:rPr>
              <a:t>Highlight continuous progressions and ERP components in different conditions.</a:t>
            </a:r>
            <a:endParaRPr sz="1400">
              <a:solidFill>
                <a:schemeClr val="dk1"/>
              </a:solidFill>
            </a:endParaRPr>
          </a:p>
          <a:p>
            <a:pPr indent="0" lvl="0" marL="0" rtl="0" algn="l">
              <a:spcBef>
                <a:spcPts val="1200"/>
              </a:spcBef>
              <a:spcAft>
                <a:spcPts val="0"/>
              </a:spcAft>
              <a:buNone/>
            </a:pPr>
            <a:r>
              <a:rPr lang="en-GB" sz="1400">
                <a:solidFill>
                  <a:schemeClr val="dk1"/>
                </a:solidFill>
              </a:rPr>
              <a:t>TPHATE specifically focuses on the time autocorrelation nature of the data: it groups points by </a:t>
            </a:r>
            <a:r>
              <a:rPr b="1" lang="en-GB" sz="1400">
                <a:solidFill>
                  <a:schemeClr val="dk1"/>
                </a:solidFill>
              </a:rPr>
              <a:t>similarity + sequence.</a:t>
            </a:r>
            <a:endParaRPr b="1" sz="1400">
              <a:solidFill>
                <a:schemeClr val="dk1"/>
              </a:solidFill>
            </a:endParaRPr>
          </a:p>
          <a:p>
            <a:pPr indent="0" lvl="0" marL="0" rtl="0" algn="l">
              <a:spcBef>
                <a:spcPts val="1200"/>
              </a:spcBef>
              <a:spcAft>
                <a:spcPts val="0"/>
              </a:spcAft>
              <a:buNone/>
            </a:pPr>
            <a:r>
              <a:rPr lang="en-GB" sz="1400">
                <a:solidFill>
                  <a:schemeClr val="dk1"/>
                </a:solidFill>
              </a:rPr>
              <a:t>Shows the evolution from P100 towards P300.</a:t>
            </a:r>
            <a:endParaRPr b="1" sz="140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0"/>
              </a:spcAft>
              <a:buNone/>
            </a:pPr>
            <a:r>
              <a:t/>
            </a:r>
            <a:endParaRPr b="1" sz="1400">
              <a:solidFill>
                <a:schemeClr val="dk1"/>
              </a:solidFill>
            </a:endParaRPr>
          </a:p>
          <a:p>
            <a:pPr indent="0" lvl="0" marL="0" rtl="0" algn="l">
              <a:spcBef>
                <a:spcPts val="1200"/>
              </a:spcBef>
              <a:spcAft>
                <a:spcPts val="1200"/>
              </a:spcAft>
              <a:buClr>
                <a:schemeClr val="dk1"/>
              </a:buClr>
              <a:buSzPts val="1100"/>
              <a:buFont typeface="Arial"/>
              <a:buNone/>
            </a:pPr>
            <a:r>
              <a:t/>
            </a:r>
            <a:endParaRPr b="1" sz="1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6"/>
          <p:cNvSpPr txBox="1"/>
          <p:nvPr>
            <p:ph type="title"/>
          </p:nvPr>
        </p:nvSpPr>
        <p:spPr>
          <a:xfrm>
            <a:off x="628650" y="273844"/>
            <a:ext cx="7886700" cy="994200"/>
          </a:xfrm>
          <a:prstGeom prst="rect">
            <a:avLst/>
          </a:prstGeom>
        </p:spPr>
        <p:txBody>
          <a:bodyPr anchorCtr="0" anchor="ctr" bIns="34275" lIns="68575" spcFirstLastPara="1" rIns="68575" wrap="square" tIns="34275">
            <a:noAutofit/>
          </a:bodyPr>
          <a:lstStyle/>
          <a:p>
            <a:pPr indent="0" lvl="0" marL="0" rtl="0" algn="l">
              <a:spcBef>
                <a:spcPts val="0"/>
              </a:spcBef>
              <a:spcAft>
                <a:spcPts val="0"/>
              </a:spcAft>
              <a:buNone/>
            </a:pPr>
            <a:r>
              <a:rPr lang="en-GB" sz="2400"/>
              <a:t>PHATE: Potential of heat diffusion for affinity-based transition embedding</a:t>
            </a:r>
            <a:endParaRPr sz="2400"/>
          </a:p>
          <a:p>
            <a:pPr indent="0" lvl="0" marL="0" rtl="0" algn="l">
              <a:spcBef>
                <a:spcPts val="0"/>
              </a:spcBef>
              <a:spcAft>
                <a:spcPts val="0"/>
              </a:spcAft>
              <a:buNone/>
            </a:pPr>
            <a:r>
              <a:t/>
            </a:r>
            <a:endParaRPr sz="2500">
              <a:solidFill>
                <a:srgbClr val="222222"/>
              </a:solidFill>
              <a:highlight>
                <a:srgbClr val="FFFFFF"/>
              </a:highlight>
            </a:endParaRPr>
          </a:p>
        </p:txBody>
      </p:sp>
      <p:sp>
        <p:nvSpPr>
          <p:cNvPr id="354" name="Google Shape;354;p46"/>
          <p:cNvSpPr txBox="1"/>
          <p:nvPr/>
        </p:nvSpPr>
        <p:spPr>
          <a:xfrm>
            <a:off x="3299750" y="4842875"/>
            <a:ext cx="5653500" cy="401400"/>
          </a:xfrm>
          <a:prstGeom prst="rect">
            <a:avLst/>
          </a:prstGeom>
          <a:noFill/>
          <a:ln>
            <a:noFill/>
          </a:ln>
        </p:spPr>
        <p:txBody>
          <a:bodyPr anchorCtr="0" anchor="t" bIns="91425" lIns="91425" spcFirstLastPara="1" rIns="91425" wrap="square" tIns="91425">
            <a:noAutofit/>
          </a:bodyPr>
          <a:lstStyle/>
          <a:p>
            <a:pPr indent="457200" lvl="0" marL="2286000" marR="381000" rtl="0" algn="l">
              <a:lnSpc>
                <a:spcPct val="115000"/>
              </a:lnSpc>
              <a:spcBef>
                <a:spcPts val="1200"/>
              </a:spcBef>
              <a:spcAft>
                <a:spcPts val="0"/>
              </a:spcAft>
              <a:buClr>
                <a:schemeClr val="dk1"/>
              </a:buClr>
              <a:buSzPts val="1100"/>
              <a:buFont typeface="Arial"/>
              <a:buNone/>
            </a:pPr>
            <a:r>
              <a:rPr lang="en-GB" sz="800">
                <a:solidFill>
                  <a:srgbClr val="222222"/>
                </a:solidFill>
                <a:highlight>
                  <a:schemeClr val="lt1"/>
                </a:highlight>
              </a:rPr>
              <a:t>                          Moon, van Dijk, Wang, et al. (2019)</a:t>
            </a:r>
            <a:endParaRPr sz="800">
              <a:solidFill>
                <a:srgbClr val="222222"/>
              </a:solidFill>
              <a:highlight>
                <a:schemeClr val="lt1"/>
              </a:highlight>
            </a:endParaRPr>
          </a:p>
          <a:p>
            <a:pPr indent="457200" lvl="0" marL="914400" rtl="0" algn="l">
              <a:lnSpc>
                <a:spcPct val="90000"/>
              </a:lnSpc>
              <a:spcBef>
                <a:spcPts val="1200"/>
              </a:spcBef>
              <a:spcAft>
                <a:spcPts val="0"/>
              </a:spcAft>
              <a:buClr>
                <a:schemeClr val="dk1"/>
              </a:buClr>
              <a:buSzPts val="1100"/>
              <a:buFont typeface="Arial"/>
              <a:buNone/>
            </a:pPr>
            <a:r>
              <a:t/>
            </a:r>
            <a:endParaRPr sz="700">
              <a:solidFill>
                <a:srgbClr val="222222"/>
              </a:solidFill>
              <a:highlight>
                <a:schemeClr val="lt1"/>
              </a:highlight>
            </a:endParaRPr>
          </a:p>
        </p:txBody>
      </p:sp>
      <p:pic>
        <p:nvPicPr>
          <p:cNvPr id="355" name="Google Shape;355;p46"/>
          <p:cNvPicPr preferRelativeResize="0"/>
          <p:nvPr/>
        </p:nvPicPr>
        <p:blipFill>
          <a:blip r:embed="rId3">
            <a:alphaModFix/>
          </a:blip>
          <a:stretch>
            <a:fillRect/>
          </a:stretch>
        </p:blipFill>
        <p:spPr>
          <a:xfrm>
            <a:off x="50400" y="992280"/>
            <a:ext cx="9143999" cy="2374490"/>
          </a:xfrm>
          <a:prstGeom prst="rect">
            <a:avLst/>
          </a:prstGeom>
          <a:noFill/>
          <a:ln>
            <a:noFill/>
          </a:ln>
        </p:spPr>
      </p:pic>
      <p:sp>
        <p:nvSpPr>
          <p:cNvPr id="356" name="Google Shape;356;p46"/>
          <p:cNvSpPr/>
          <p:nvPr/>
        </p:nvSpPr>
        <p:spPr>
          <a:xfrm>
            <a:off x="628650" y="3848675"/>
            <a:ext cx="2056200" cy="994200"/>
          </a:xfrm>
          <a:prstGeom prst="rect">
            <a:avLst/>
          </a:prstGeom>
          <a:solidFill>
            <a:srgbClr val="0B5394"/>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FFFFFF"/>
                </a:solidFill>
              </a:rPr>
              <a:t>1. Calculate</a:t>
            </a:r>
            <a:r>
              <a:rPr lang="en-GB" sz="1300">
                <a:solidFill>
                  <a:srgbClr val="FFFFFF"/>
                </a:solidFill>
              </a:rPr>
              <a:t> similarity between local data points</a:t>
            </a:r>
            <a:endParaRPr sz="1300">
              <a:solidFill>
                <a:srgbClr val="FFFFFF"/>
              </a:solidFill>
            </a:endParaRPr>
          </a:p>
          <a:p>
            <a:pPr indent="0" lvl="0" marL="0" rtl="0" algn="l">
              <a:spcBef>
                <a:spcPts val="0"/>
              </a:spcBef>
              <a:spcAft>
                <a:spcPts val="0"/>
              </a:spcAft>
              <a:buNone/>
            </a:pPr>
            <a:r>
              <a:rPr lang="en-GB" sz="1300">
                <a:solidFill>
                  <a:srgbClr val="FFFFFF"/>
                </a:solidFill>
              </a:rPr>
              <a:t>Using alpha decay kernel</a:t>
            </a:r>
            <a:endParaRPr sz="1300">
              <a:solidFill>
                <a:srgbClr val="FFFFFF"/>
              </a:solidFill>
            </a:endParaRPr>
          </a:p>
        </p:txBody>
      </p:sp>
      <p:sp>
        <p:nvSpPr>
          <p:cNvPr id="357" name="Google Shape;357;p46"/>
          <p:cNvSpPr/>
          <p:nvPr/>
        </p:nvSpPr>
        <p:spPr>
          <a:xfrm>
            <a:off x="3304350" y="3883775"/>
            <a:ext cx="1965000" cy="938100"/>
          </a:xfrm>
          <a:prstGeom prst="rect">
            <a:avLst/>
          </a:prstGeom>
          <a:solidFill>
            <a:srgbClr val="0B5394"/>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FFFFFF"/>
                </a:solidFill>
              </a:rPr>
              <a:t>2. Calculate</a:t>
            </a:r>
            <a:r>
              <a:rPr lang="en-GB" sz="1300">
                <a:solidFill>
                  <a:srgbClr val="FFFFFF"/>
                </a:solidFill>
              </a:rPr>
              <a:t> distances between data points globally:</a:t>
            </a:r>
            <a:endParaRPr sz="1300">
              <a:solidFill>
                <a:srgbClr val="FFFFFF"/>
              </a:solidFill>
            </a:endParaRPr>
          </a:p>
          <a:p>
            <a:pPr indent="0" lvl="0" marL="0" rtl="0" algn="l">
              <a:spcBef>
                <a:spcPts val="0"/>
              </a:spcBef>
              <a:spcAft>
                <a:spcPts val="0"/>
              </a:spcAft>
              <a:buNone/>
            </a:pPr>
            <a:r>
              <a:rPr lang="en-GB" sz="1300">
                <a:solidFill>
                  <a:srgbClr val="FFFFFF"/>
                </a:solidFill>
              </a:rPr>
              <a:t>Diffusion maps</a:t>
            </a:r>
            <a:endParaRPr sz="1300">
              <a:solidFill>
                <a:srgbClr val="FFFFFF"/>
              </a:solidFill>
            </a:endParaRPr>
          </a:p>
        </p:txBody>
      </p:sp>
      <p:sp>
        <p:nvSpPr>
          <p:cNvPr id="358" name="Google Shape;358;p46"/>
          <p:cNvSpPr/>
          <p:nvPr/>
        </p:nvSpPr>
        <p:spPr>
          <a:xfrm>
            <a:off x="5888850" y="3904775"/>
            <a:ext cx="1742700" cy="938100"/>
          </a:xfrm>
          <a:prstGeom prst="rect">
            <a:avLst/>
          </a:prstGeom>
          <a:solidFill>
            <a:srgbClr val="0B5394"/>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FFFFFF"/>
                </a:solidFill>
              </a:rPr>
              <a:t>3. Map potential distance information into low dimensions</a:t>
            </a:r>
            <a:endParaRPr sz="1300">
              <a:solidFill>
                <a:srgbClr val="FFFFFF"/>
              </a:solidFill>
            </a:endParaRPr>
          </a:p>
          <a:p>
            <a:pPr indent="0" lvl="0" marL="0" rtl="0" algn="l">
              <a:spcBef>
                <a:spcPts val="0"/>
              </a:spcBef>
              <a:spcAft>
                <a:spcPts val="0"/>
              </a:spcAft>
              <a:buNone/>
            </a:pPr>
            <a:r>
              <a:rPr lang="en-GB" sz="1300">
                <a:solidFill>
                  <a:srgbClr val="FFFFFF"/>
                </a:solidFill>
              </a:rPr>
              <a:t>Using MDS</a:t>
            </a:r>
            <a:endParaRPr sz="1300">
              <a:solidFill>
                <a:srgbClr val="FFFFFF"/>
              </a:solidFill>
            </a:endParaRPr>
          </a:p>
        </p:txBody>
      </p:sp>
      <p:cxnSp>
        <p:nvCxnSpPr>
          <p:cNvPr id="359" name="Google Shape;359;p46"/>
          <p:cNvCxnSpPr>
            <a:stCxn id="356" idx="3"/>
            <a:endCxn id="357" idx="1"/>
          </p:cNvCxnSpPr>
          <p:nvPr/>
        </p:nvCxnSpPr>
        <p:spPr>
          <a:xfrm>
            <a:off x="2684850" y="4345775"/>
            <a:ext cx="619500" cy="7200"/>
          </a:xfrm>
          <a:prstGeom prst="straightConnector1">
            <a:avLst/>
          </a:prstGeom>
          <a:noFill/>
          <a:ln cap="flat" cmpd="sng" w="9525">
            <a:solidFill>
              <a:srgbClr val="595959"/>
            </a:solidFill>
            <a:prstDash val="solid"/>
            <a:round/>
            <a:headEnd len="med" w="med" type="none"/>
            <a:tailEnd len="med" w="med" type="triangle"/>
          </a:ln>
        </p:spPr>
      </p:cxnSp>
      <p:cxnSp>
        <p:nvCxnSpPr>
          <p:cNvPr id="360" name="Google Shape;360;p46"/>
          <p:cNvCxnSpPr>
            <a:endCxn id="358" idx="1"/>
          </p:cNvCxnSpPr>
          <p:nvPr/>
        </p:nvCxnSpPr>
        <p:spPr>
          <a:xfrm>
            <a:off x="4963350" y="4373825"/>
            <a:ext cx="925500" cy="0"/>
          </a:xfrm>
          <a:prstGeom prst="straightConnector1">
            <a:avLst/>
          </a:prstGeom>
          <a:noFill/>
          <a:ln cap="flat" cmpd="sng" w="9525">
            <a:solidFill>
              <a:srgbClr val="595959"/>
            </a:solidFill>
            <a:prstDash val="solid"/>
            <a:round/>
            <a:headEnd len="med" w="med" type="none"/>
            <a:tailEnd len="med" w="med" type="triangle"/>
          </a:ln>
        </p:spPr>
      </p:cxnSp>
      <p:sp>
        <p:nvSpPr>
          <p:cNvPr id="361" name="Google Shape;361;p46"/>
          <p:cNvSpPr txBox="1"/>
          <p:nvPr/>
        </p:nvSpPr>
        <p:spPr>
          <a:xfrm>
            <a:off x="691275" y="3366775"/>
            <a:ext cx="3093300" cy="2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Core idea:</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GB" sz="2500">
                <a:solidFill>
                  <a:srgbClr val="222222"/>
                </a:solidFill>
                <a:highlight>
                  <a:schemeClr val="lt1"/>
                </a:highlight>
              </a:rPr>
              <a:t>TPHATE: Temporal PHATE</a:t>
            </a:r>
            <a:endParaRPr sz="2500"/>
          </a:p>
        </p:txBody>
      </p:sp>
      <p:sp>
        <p:nvSpPr>
          <p:cNvPr id="367" name="Google Shape;367;p47"/>
          <p:cNvSpPr txBox="1"/>
          <p:nvPr/>
        </p:nvSpPr>
        <p:spPr>
          <a:xfrm>
            <a:off x="5086325" y="4762675"/>
            <a:ext cx="3701100" cy="307500"/>
          </a:xfrm>
          <a:prstGeom prst="rect">
            <a:avLst/>
          </a:prstGeom>
          <a:noFill/>
          <a:ln>
            <a:noFill/>
          </a:ln>
        </p:spPr>
        <p:txBody>
          <a:bodyPr anchorCtr="0" anchor="t" bIns="91425" lIns="91425" spcFirstLastPara="1" rIns="91425" wrap="square" tIns="91425">
            <a:noAutofit/>
          </a:bodyPr>
          <a:lstStyle/>
          <a:p>
            <a:pPr indent="457200" lvl="0" marL="1828800" rtl="0" algn="l">
              <a:spcBef>
                <a:spcPts val="0"/>
              </a:spcBef>
              <a:spcAft>
                <a:spcPts val="0"/>
              </a:spcAft>
              <a:buNone/>
            </a:pPr>
            <a:r>
              <a:rPr lang="en-GB" sz="800">
                <a:solidFill>
                  <a:schemeClr val="dk2"/>
                </a:solidFill>
              </a:rPr>
              <a:t>Busch et al., 2023)</a:t>
            </a:r>
            <a:endParaRPr sz="800">
              <a:solidFill>
                <a:schemeClr val="dk2"/>
              </a:solidFill>
            </a:endParaRPr>
          </a:p>
        </p:txBody>
      </p:sp>
      <p:pic>
        <p:nvPicPr>
          <p:cNvPr id="368" name="Google Shape;368;p47"/>
          <p:cNvPicPr preferRelativeResize="0"/>
          <p:nvPr/>
        </p:nvPicPr>
        <p:blipFill rotWithShape="1">
          <a:blip r:embed="rId3">
            <a:alphaModFix/>
          </a:blip>
          <a:srcRect b="0" l="0" r="0" t="2667"/>
          <a:stretch/>
        </p:blipFill>
        <p:spPr>
          <a:xfrm>
            <a:off x="1188950" y="1019875"/>
            <a:ext cx="6377575" cy="2946175"/>
          </a:xfrm>
          <a:prstGeom prst="rect">
            <a:avLst/>
          </a:prstGeom>
          <a:noFill/>
          <a:ln>
            <a:noFill/>
          </a:ln>
        </p:spPr>
      </p:pic>
      <p:sp>
        <p:nvSpPr>
          <p:cNvPr id="369" name="Google Shape;369;p47"/>
          <p:cNvSpPr txBox="1"/>
          <p:nvPr/>
        </p:nvSpPr>
        <p:spPr>
          <a:xfrm>
            <a:off x="541525" y="4104625"/>
            <a:ext cx="8080800" cy="481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Clr>
                <a:schemeClr val="dk1"/>
              </a:buClr>
              <a:buSzPts val="1100"/>
              <a:buFont typeface="Arial"/>
              <a:buNone/>
            </a:pPr>
            <a:r>
              <a:rPr lang="en-GB">
                <a:solidFill>
                  <a:schemeClr val="dk1"/>
                </a:solidFill>
              </a:rPr>
              <a:t>Temporal PHATE to analyze the sequential order of data</a:t>
            </a:r>
            <a:endParaRPr>
              <a:solidFill>
                <a:schemeClr val="dk1"/>
              </a:solidFill>
            </a:endParaRPr>
          </a:p>
          <a:p>
            <a:pPr indent="0" lvl="0" marL="0" rtl="0" algn="l">
              <a:lnSpc>
                <a:spcPct val="100000"/>
              </a:lnSpc>
              <a:spcBef>
                <a:spcPts val="1200"/>
              </a:spcBef>
              <a:spcAft>
                <a:spcPts val="1200"/>
              </a:spcAft>
              <a:buNone/>
            </a:pPr>
            <a:r>
              <a:rPr lang="en-GB">
                <a:solidFill>
                  <a:schemeClr val="dk1"/>
                </a:solidFill>
              </a:rPr>
              <a:t>Dual-Diffusion Operator: Geometric similarity (PHATE) + time autocorrelation</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Research Questions &amp; Hypotheses</a:t>
            </a:r>
            <a:endParaRPr/>
          </a:p>
        </p:txBody>
      </p:sp>
      <p:sp>
        <p:nvSpPr>
          <p:cNvPr id="375" name="Google Shape;375;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AutoNum type="arabicPeriod"/>
            </a:pPr>
            <a:r>
              <a:rPr lang="en-GB" sz="1400">
                <a:solidFill>
                  <a:schemeClr val="dk1"/>
                </a:solidFill>
              </a:rPr>
              <a:t>Does 'time-aware' learning (T-PHATE) outperform 'time-agnostic' learning (PCA/t-SNE/</a:t>
            </a:r>
            <a:r>
              <a:rPr lang="en-GB" sz="1400">
                <a:solidFill>
                  <a:schemeClr val="dk1"/>
                </a:solidFill>
              </a:rPr>
              <a:t>UMAP</a:t>
            </a:r>
            <a:r>
              <a:rPr lang="en-GB" sz="1400">
                <a:solidFill>
                  <a:schemeClr val="dk1"/>
                </a:solidFill>
              </a:rPr>
              <a:t>) for ERP-related EEG data?</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Which metrics best evaluate temporal preservation in dimensionality reduction?</a:t>
            </a:r>
            <a:endParaRPr sz="1400">
              <a:solidFill>
                <a:schemeClr val="dk1"/>
              </a:solidFill>
            </a:endParaRPr>
          </a:p>
          <a:p>
            <a:pPr indent="0" lvl="0" marL="0" rtl="0" algn="l">
              <a:spcBef>
                <a:spcPts val="1200"/>
              </a:spcBef>
              <a:spcAft>
                <a:spcPts val="0"/>
              </a:spcAft>
              <a:buNone/>
            </a:pPr>
            <a:r>
              <a:rPr i="1" lang="en-GB" sz="1400">
                <a:solidFill>
                  <a:schemeClr val="dk1"/>
                </a:solidFill>
              </a:rPr>
              <a:t>Hypotheses</a:t>
            </a:r>
            <a:r>
              <a:rPr lang="en-GB" sz="1400">
                <a:solidFill>
                  <a:schemeClr val="dk1"/>
                </a:solidFill>
              </a:rPr>
              <a:t>:</a:t>
            </a:r>
            <a:r>
              <a:rPr lang="en-GB" sz="2800">
                <a:solidFill>
                  <a:schemeClr val="dk1"/>
                </a:solidFill>
              </a:rPr>
              <a:t> </a:t>
            </a:r>
            <a:r>
              <a:rPr lang="en-GB" sz="1400">
                <a:solidFill>
                  <a:schemeClr val="dk1"/>
                </a:solidFill>
              </a:rPr>
              <a:t>T-PHATE will </a:t>
            </a:r>
            <a:r>
              <a:rPr i="1" lang="en-GB" sz="1400">
                <a:solidFill>
                  <a:schemeClr val="dk1"/>
                </a:solidFill>
              </a:rPr>
              <a:t>significantly </a:t>
            </a:r>
            <a:r>
              <a:rPr lang="en-GB" sz="1400">
                <a:solidFill>
                  <a:schemeClr val="dk1"/>
                </a:solidFill>
              </a:rPr>
              <a:t>outperform standard methods in:</a:t>
            </a:r>
            <a:endParaRPr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Preserving the ground-truth structure of EEG/ERP data</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Show the continuous ERP component trajectory from P100-N170-P300 even in multiple conditions</a:t>
            </a:r>
            <a:endParaRPr sz="14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Methods and Approach</a:t>
            </a:r>
            <a:endParaRPr/>
          </a:p>
        </p:txBody>
      </p:sp>
      <p:sp>
        <p:nvSpPr>
          <p:cNvPr id="381" name="Google Shape;381;p49"/>
          <p:cNvSpPr txBox="1"/>
          <p:nvPr>
            <p:ph idx="1" type="body"/>
          </p:nvPr>
        </p:nvSpPr>
        <p:spPr>
          <a:xfrm>
            <a:off x="311700" y="1152475"/>
            <a:ext cx="8520600" cy="3416400"/>
          </a:xfrm>
          <a:prstGeom prst="rect">
            <a:avLst/>
          </a:prstGeom>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GB" sz="1400">
                <a:solidFill>
                  <a:schemeClr val="dk1"/>
                </a:solidFill>
              </a:rPr>
              <a:t>Using </a:t>
            </a:r>
            <a:r>
              <a:rPr b="1" lang="en-GB" sz="1400">
                <a:solidFill>
                  <a:schemeClr val="dk1"/>
                </a:solidFill>
              </a:rPr>
              <a:t>Julia </a:t>
            </a:r>
            <a:r>
              <a:rPr lang="en-GB" sz="1400">
                <a:solidFill>
                  <a:schemeClr val="dk1"/>
                </a:solidFill>
              </a:rPr>
              <a:t>and </a:t>
            </a:r>
            <a:r>
              <a:rPr b="1" lang="en-GB" sz="1400">
                <a:solidFill>
                  <a:schemeClr val="dk1"/>
                </a:solidFill>
              </a:rPr>
              <a:t>Python </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en-GB" sz="1400">
                <a:solidFill>
                  <a:schemeClr val="dk1"/>
                </a:solidFill>
              </a:rPr>
              <a:t>High-speed generation of EEG data using </a:t>
            </a:r>
            <a:r>
              <a:rPr lang="en-GB" sz="1400" u="sng">
                <a:solidFill>
                  <a:schemeClr val="dk1"/>
                </a:solidFill>
                <a:hlinkClick r:id="rId3">
                  <a:extLst>
                    <a:ext uri="{A12FA001-AC4F-418D-AE19-62706E023703}">
                      <ahyp:hlinkClr val="tx"/>
                    </a:ext>
                  </a:extLst>
                </a:hlinkClick>
              </a:rPr>
              <a:t>UnfoldSim.jl</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Julia enables the simulation of complex multi-subject designs in seconds.</a:t>
            </a:r>
            <a:endParaRPr>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Customize noise at single-subject and multi-subject levels (essential for TPHATE and PHATE as they denoise the data as well)</a:t>
            </a:r>
            <a:endParaRPr>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Apply various dimensionality reduction techniques in Python, like</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PCA</a:t>
            </a:r>
            <a:endParaRPr>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T-SNE</a:t>
            </a:r>
            <a:endParaRPr>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UMAP</a:t>
            </a:r>
            <a:endParaRPr>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PHATE</a:t>
            </a:r>
            <a:endParaRPr>
              <a:solidFill>
                <a:schemeClr val="dk1"/>
              </a:solidFill>
            </a:endParaRPr>
          </a:p>
          <a:p>
            <a:pPr indent="-317500" lvl="1" marL="914400" rtl="0" algn="l">
              <a:spcBef>
                <a:spcPts val="0"/>
              </a:spcBef>
              <a:spcAft>
                <a:spcPts val="0"/>
              </a:spcAft>
              <a:buClr>
                <a:schemeClr val="dk1"/>
              </a:buClr>
              <a:buSzPts val="1400"/>
              <a:buAutoNum type="alphaLcPeriod"/>
            </a:pPr>
            <a:r>
              <a:rPr lang="en-GB">
                <a:solidFill>
                  <a:schemeClr val="dk1"/>
                </a:solidFill>
              </a:rPr>
              <a:t>TPHATE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Simulation: Single</a:t>
            </a:r>
            <a:r>
              <a:rPr lang="en-GB"/>
              <a:t>-Subject</a:t>
            </a:r>
            <a:r>
              <a:rPr lang="en-GB"/>
              <a:t> Design</a:t>
            </a:r>
            <a:endParaRPr/>
          </a:p>
        </p:txBody>
      </p:sp>
      <p:pic>
        <p:nvPicPr>
          <p:cNvPr id="387" name="Google Shape;387;p50"/>
          <p:cNvPicPr preferRelativeResize="0"/>
          <p:nvPr/>
        </p:nvPicPr>
        <p:blipFill>
          <a:blip r:embed="rId3">
            <a:alphaModFix/>
          </a:blip>
          <a:stretch>
            <a:fillRect/>
          </a:stretch>
        </p:blipFill>
        <p:spPr>
          <a:xfrm>
            <a:off x="527163" y="1152475"/>
            <a:ext cx="8089674" cy="3636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1"/>
          <p:cNvSpPr txBox="1"/>
          <p:nvPr>
            <p:ph type="title"/>
          </p:nvPr>
        </p:nvSpPr>
        <p:spPr>
          <a:xfrm>
            <a:off x="264400" y="122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Dimensionality reduction methods on simulated data</a:t>
            </a:r>
            <a:endParaRPr/>
          </a:p>
        </p:txBody>
      </p:sp>
      <p:pic>
        <p:nvPicPr>
          <p:cNvPr id="393" name="Google Shape;393;p51"/>
          <p:cNvPicPr preferRelativeResize="0"/>
          <p:nvPr/>
        </p:nvPicPr>
        <p:blipFill>
          <a:blip r:embed="rId3">
            <a:alphaModFix/>
          </a:blip>
          <a:stretch>
            <a:fillRect/>
          </a:stretch>
        </p:blipFill>
        <p:spPr>
          <a:xfrm>
            <a:off x="191725" y="695450"/>
            <a:ext cx="6349000" cy="4448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2"/>
          <p:cNvSpPr txBox="1"/>
          <p:nvPr>
            <p:ph type="title"/>
          </p:nvPr>
        </p:nvSpPr>
        <p:spPr>
          <a:xfrm>
            <a:off x="311700" y="2949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2520"/>
              <a:t>Algorithms</a:t>
            </a:r>
            <a:endParaRPr sz="2520"/>
          </a:p>
        </p:txBody>
      </p:sp>
      <p:graphicFrame>
        <p:nvGraphicFramePr>
          <p:cNvPr id="399" name="Google Shape;399;p52"/>
          <p:cNvGraphicFramePr/>
          <p:nvPr/>
        </p:nvGraphicFramePr>
        <p:xfrm>
          <a:off x="507450" y="1203988"/>
          <a:ext cx="3000000" cy="3000000"/>
        </p:xfrm>
        <a:graphic>
          <a:graphicData uri="http://schemas.openxmlformats.org/drawingml/2006/table">
            <a:tbl>
              <a:tblPr>
                <a:noFill/>
                <a:tableStyleId>{B44A4708-C965-4FA7-8A81-D6A6ED89F44F}</a:tableStyleId>
              </a:tblPr>
              <a:tblGrid>
                <a:gridCol w="1023025"/>
                <a:gridCol w="1070325"/>
                <a:gridCol w="1178175"/>
                <a:gridCol w="1195150"/>
                <a:gridCol w="1443500"/>
                <a:gridCol w="1502625"/>
              </a:tblGrid>
              <a:tr h="340575">
                <a:tc>
                  <a:txBody>
                    <a:bodyPr/>
                    <a:lstStyle/>
                    <a:p>
                      <a:pPr indent="0" lvl="0" marL="0" rtl="0" algn="l">
                        <a:lnSpc>
                          <a:spcPct val="100000"/>
                        </a:lnSpc>
                        <a:spcBef>
                          <a:spcPts val="0"/>
                        </a:spcBef>
                        <a:spcAft>
                          <a:spcPts val="0"/>
                        </a:spcAft>
                        <a:buNone/>
                      </a:pPr>
                      <a:r>
                        <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C78D8"/>
                    </a:solidFill>
                  </a:tcPr>
                </a:tc>
                <a:tc>
                  <a:txBody>
                    <a:bodyPr/>
                    <a:lstStyle/>
                    <a:p>
                      <a:pPr indent="0" lvl="0" marL="0" rtl="0" algn="l">
                        <a:lnSpc>
                          <a:spcPct val="100000"/>
                        </a:lnSpc>
                        <a:spcBef>
                          <a:spcPts val="0"/>
                        </a:spcBef>
                        <a:spcAft>
                          <a:spcPts val="0"/>
                        </a:spcAft>
                        <a:buNone/>
                      </a:pPr>
                      <a:r>
                        <a:rPr b="1" lang="en-GB" sz="1200">
                          <a:solidFill>
                            <a:schemeClr val="lt1"/>
                          </a:solidFill>
                        </a:rPr>
                        <a:t>PCA</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C78D8"/>
                    </a:solidFill>
                  </a:tcPr>
                </a:tc>
                <a:tc>
                  <a:txBody>
                    <a:bodyPr/>
                    <a:lstStyle/>
                    <a:p>
                      <a:pPr indent="0" lvl="0" marL="0" rtl="0" algn="l">
                        <a:lnSpc>
                          <a:spcPct val="100000"/>
                        </a:lnSpc>
                        <a:spcBef>
                          <a:spcPts val="0"/>
                        </a:spcBef>
                        <a:spcAft>
                          <a:spcPts val="0"/>
                        </a:spcAft>
                        <a:buNone/>
                      </a:pPr>
                      <a:r>
                        <a:rPr b="1" lang="en-GB" sz="1200">
                          <a:solidFill>
                            <a:schemeClr val="lt1"/>
                          </a:solidFill>
                        </a:rPr>
                        <a:t>t-SNE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C78D8"/>
                    </a:solidFill>
                  </a:tcPr>
                </a:tc>
                <a:tc>
                  <a:txBody>
                    <a:bodyPr/>
                    <a:lstStyle/>
                    <a:p>
                      <a:pPr indent="0" lvl="0" marL="0" rtl="0" algn="l">
                        <a:lnSpc>
                          <a:spcPct val="100000"/>
                        </a:lnSpc>
                        <a:spcBef>
                          <a:spcPts val="0"/>
                        </a:spcBef>
                        <a:spcAft>
                          <a:spcPts val="0"/>
                        </a:spcAft>
                        <a:buNone/>
                      </a:pPr>
                      <a:r>
                        <a:rPr b="1" lang="en-GB" sz="1200">
                          <a:solidFill>
                            <a:schemeClr val="lt1"/>
                          </a:solidFill>
                        </a:rPr>
                        <a:t>UMAP</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C78D8"/>
                    </a:solidFill>
                  </a:tcPr>
                </a:tc>
                <a:tc>
                  <a:txBody>
                    <a:bodyPr/>
                    <a:lstStyle/>
                    <a:p>
                      <a:pPr indent="0" lvl="0" marL="0" rtl="0" algn="l">
                        <a:lnSpc>
                          <a:spcPct val="100000"/>
                        </a:lnSpc>
                        <a:spcBef>
                          <a:spcPts val="0"/>
                        </a:spcBef>
                        <a:spcAft>
                          <a:spcPts val="0"/>
                        </a:spcAft>
                        <a:buNone/>
                      </a:pPr>
                      <a:r>
                        <a:rPr b="1" lang="en-GB" sz="1200">
                          <a:solidFill>
                            <a:schemeClr val="lt1"/>
                          </a:solidFill>
                        </a:rPr>
                        <a:t>PHATE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C78D8"/>
                    </a:solidFill>
                  </a:tcPr>
                </a:tc>
                <a:tc>
                  <a:txBody>
                    <a:bodyPr/>
                    <a:lstStyle/>
                    <a:p>
                      <a:pPr indent="0" lvl="0" marL="0" rtl="0" algn="l">
                        <a:lnSpc>
                          <a:spcPct val="100000"/>
                        </a:lnSpc>
                        <a:spcBef>
                          <a:spcPts val="0"/>
                        </a:spcBef>
                        <a:spcAft>
                          <a:spcPts val="0"/>
                        </a:spcAft>
                        <a:buNone/>
                      </a:pPr>
                      <a:r>
                        <a:rPr b="1" lang="en-GB" sz="1200">
                          <a:solidFill>
                            <a:schemeClr val="lt1"/>
                          </a:solidFill>
                        </a:rPr>
                        <a:t>T-PHATE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3C78D8"/>
                    </a:solidFill>
                  </a:tcPr>
                </a:tc>
              </a:tr>
              <a:tr h="599325">
                <a:tc>
                  <a:txBody>
                    <a:bodyPr/>
                    <a:lstStyle/>
                    <a:p>
                      <a:pPr indent="0" lvl="0" marL="0" rtl="0" algn="l">
                        <a:lnSpc>
                          <a:spcPct val="100000"/>
                        </a:lnSpc>
                        <a:spcBef>
                          <a:spcPts val="0"/>
                        </a:spcBef>
                        <a:spcAft>
                          <a:spcPts val="0"/>
                        </a:spcAft>
                        <a:buNone/>
                      </a:pPr>
                      <a:r>
                        <a:rPr lang="en-GB" sz="1000"/>
                        <a:t>Geometry</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00000"/>
                        </a:lnSpc>
                        <a:spcBef>
                          <a:spcPts val="0"/>
                        </a:spcBef>
                        <a:spcAft>
                          <a:spcPts val="0"/>
                        </a:spcAft>
                        <a:buNone/>
                      </a:pPr>
                      <a:r>
                        <a:rPr lang="en-GB" sz="1000">
                          <a:highlight>
                            <a:srgbClr val="FF9900"/>
                          </a:highlight>
                        </a:rPr>
                        <a:t>Linear</a:t>
                      </a:r>
                      <a:endParaRPr sz="1000">
                        <a:highlight>
                          <a:srgbClr val="FF9900"/>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00000"/>
                        </a:lnSpc>
                        <a:spcBef>
                          <a:spcPts val="0"/>
                        </a:spcBef>
                        <a:spcAft>
                          <a:spcPts val="0"/>
                        </a:spcAft>
                        <a:buNone/>
                      </a:pPr>
                      <a:r>
                        <a:rPr lang="en-GB" sz="1000"/>
                        <a:t>Non-Linear</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000">
                          <a:solidFill>
                            <a:schemeClr val="dk1"/>
                          </a:solidFill>
                        </a:rPr>
                        <a:t>Non-Linear</a:t>
                      </a:r>
                      <a:endParaRPr sz="1000">
                        <a:solidFill>
                          <a:schemeClr val="dk1"/>
                        </a:solidFill>
                      </a:endParaRPr>
                    </a:p>
                    <a:p>
                      <a:pPr indent="0" lvl="0" marL="0" rtl="0" algn="l">
                        <a:lnSpc>
                          <a:spcPct val="100000"/>
                        </a:lnSpc>
                        <a:spcBef>
                          <a:spcPts val="0"/>
                        </a:spcBef>
                        <a:spcAft>
                          <a:spcPts val="0"/>
                        </a:spcAft>
                        <a:buNone/>
                      </a:pPr>
                      <a:r>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000">
                          <a:solidFill>
                            <a:schemeClr val="dk1"/>
                          </a:solidFill>
                        </a:rPr>
                        <a:t>Non-Linear</a:t>
                      </a:r>
                      <a:endParaRPr sz="1000">
                        <a:solidFill>
                          <a:schemeClr val="dk1"/>
                        </a:solidFill>
                      </a:endParaRPr>
                    </a:p>
                    <a:p>
                      <a:pPr indent="0" lvl="0" marL="0" rtl="0" algn="l">
                        <a:spcBef>
                          <a:spcPts val="0"/>
                        </a:spcBef>
                        <a:spcAft>
                          <a:spcPts val="0"/>
                        </a:spcAft>
                        <a:buNone/>
                      </a:pPr>
                      <a:r>
                        <a:t/>
                      </a:r>
                      <a:endParaRPr sz="10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000">
                          <a:solidFill>
                            <a:schemeClr val="dk1"/>
                          </a:solidFill>
                        </a:rPr>
                        <a:t>Non-Linear</a:t>
                      </a:r>
                      <a:endParaRPr sz="1000">
                        <a:solidFill>
                          <a:schemeClr val="dk1"/>
                        </a:solidFill>
                      </a:endParaRPr>
                    </a:p>
                    <a:p>
                      <a:pPr indent="0" lvl="0" marL="0" rtl="0" algn="l">
                        <a:spcBef>
                          <a:spcPts val="0"/>
                        </a:spcBef>
                        <a:spcAft>
                          <a:spcPts val="0"/>
                        </a:spcAft>
                        <a:buNone/>
                      </a:pPr>
                      <a:r>
                        <a:t/>
                      </a:r>
                      <a:endParaRPr sz="10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99325">
                <a:tc>
                  <a:txBody>
                    <a:bodyPr/>
                    <a:lstStyle/>
                    <a:p>
                      <a:pPr indent="0" lvl="0" marL="0" rtl="0" algn="l">
                        <a:spcBef>
                          <a:spcPts val="0"/>
                        </a:spcBef>
                        <a:spcAft>
                          <a:spcPts val="0"/>
                        </a:spcAft>
                        <a:buClr>
                          <a:schemeClr val="dk1"/>
                        </a:buClr>
                        <a:buSzPts val="1100"/>
                        <a:buFont typeface="Arial"/>
                        <a:buNone/>
                      </a:pPr>
                      <a:r>
                        <a:rPr lang="en-GB" sz="1000">
                          <a:solidFill>
                            <a:schemeClr val="dk1"/>
                          </a:solidFill>
                        </a:rPr>
                        <a:t>Structure Preservation</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00000"/>
                        </a:lnSpc>
                        <a:spcBef>
                          <a:spcPts val="0"/>
                        </a:spcBef>
                        <a:spcAft>
                          <a:spcPts val="0"/>
                        </a:spcAft>
                        <a:buNone/>
                      </a:pPr>
                      <a:r>
                        <a:rPr lang="en-GB" sz="1000"/>
                        <a:t>Maximum </a:t>
                      </a:r>
                      <a:r>
                        <a:rPr lang="en-GB" sz="1000"/>
                        <a:t>variance, global structure</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00000"/>
                        </a:lnSpc>
                        <a:spcBef>
                          <a:spcPts val="0"/>
                        </a:spcBef>
                        <a:spcAft>
                          <a:spcPts val="0"/>
                        </a:spcAft>
                        <a:buNone/>
                      </a:pPr>
                      <a:r>
                        <a:rPr lang="en-GB" sz="1000"/>
                        <a:t>Local structure</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00000"/>
                        </a:lnSpc>
                        <a:spcBef>
                          <a:spcPts val="0"/>
                        </a:spcBef>
                        <a:spcAft>
                          <a:spcPts val="0"/>
                        </a:spcAft>
                        <a:buNone/>
                      </a:pPr>
                      <a:r>
                        <a:rPr lang="en-GB" sz="1000"/>
                        <a:t>Local &amp; </a:t>
                      </a:r>
                      <a:endParaRPr sz="1000"/>
                    </a:p>
                    <a:p>
                      <a:pPr indent="0" lvl="0" marL="0" rtl="0" algn="l">
                        <a:lnSpc>
                          <a:spcPct val="100000"/>
                        </a:lnSpc>
                        <a:spcBef>
                          <a:spcPts val="0"/>
                        </a:spcBef>
                        <a:spcAft>
                          <a:spcPts val="0"/>
                        </a:spcAft>
                        <a:buNone/>
                      </a:pPr>
                      <a:r>
                        <a:rPr lang="en-GB" sz="1000"/>
                        <a:t>Global structure</a:t>
                      </a:r>
                      <a:r>
                        <a:rPr lang="en-GB" sz="1000"/>
                        <a:t> </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000">
                          <a:solidFill>
                            <a:schemeClr val="dk1"/>
                          </a:solidFill>
                        </a:rPr>
                        <a:t>Local &amp; </a:t>
                      </a:r>
                      <a:endParaRPr sz="1000">
                        <a:solidFill>
                          <a:schemeClr val="dk1"/>
                        </a:solidFill>
                      </a:endParaRPr>
                    </a:p>
                    <a:p>
                      <a:pPr indent="0" lvl="0" marL="0" rtl="0" algn="l">
                        <a:spcBef>
                          <a:spcPts val="0"/>
                        </a:spcBef>
                        <a:spcAft>
                          <a:spcPts val="0"/>
                        </a:spcAft>
                        <a:buNone/>
                      </a:pPr>
                      <a:r>
                        <a:rPr lang="en-GB" sz="1000">
                          <a:solidFill>
                            <a:schemeClr val="dk1"/>
                          </a:solidFill>
                        </a:rPr>
                        <a:t>Global structur</a:t>
                      </a:r>
                      <a:r>
                        <a:rPr lang="en-GB" sz="1000">
                          <a:solidFill>
                            <a:schemeClr val="dk1"/>
                          </a:solidFill>
                        </a:rPr>
                        <a:t>e</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000">
                          <a:solidFill>
                            <a:schemeClr val="dk1"/>
                          </a:solidFill>
                        </a:rPr>
                        <a:t>Local &amp; </a:t>
                      </a:r>
                      <a:endParaRPr sz="1000">
                        <a:solidFill>
                          <a:schemeClr val="dk1"/>
                        </a:solidFill>
                      </a:endParaRPr>
                    </a:p>
                    <a:p>
                      <a:pPr indent="0" lvl="0" marL="0" rtl="0" algn="l">
                        <a:spcBef>
                          <a:spcPts val="0"/>
                        </a:spcBef>
                        <a:spcAft>
                          <a:spcPts val="0"/>
                        </a:spcAft>
                        <a:buNone/>
                      </a:pPr>
                      <a:r>
                        <a:rPr lang="en-GB" sz="1000">
                          <a:solidFill>
                            <a:schemeClr val="dk1"/>
                          </a:solidFill>
                        </a:rPr>
                        <a:t>Global structur</a:t>
                      </a:r>
                      <a:r>
                        <a:rPr lang="en-GB" sz="1000">
                          <a:solidFill>
                            <a:schemeClr val="dk1"/>
                          </a:solidFill>
                        </a:rPr>
                        <a:t>e</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727650">
                <a:tc>
                  <a:txBody>
                    <a:bodyPr/>
                    <a:lstStyle/>
                    <a:p>
                      <a:pPr indent="0" lvl="0" marL="0" rtl="0" algn="l">
                        <a:lnSpc>
                          <a:spcPct val="100000"/>
                        </a:lnSpc>
                        <a:spcBef>
                          <a:spcPts val="0"/>
                        </a:spcBef>
                        <a:spcAft>
                          <a:spcPts val="0"/>
                        </a:spcAft>
                        <a:buNone/>
                      </a:pPr>
                      <a:r>
                        <a:rPr lang="en-GB" sz="1000"/>
                        <a:t>Temporal Data Handling</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00000"/>
                        </a:lnSpc>
                        <a:spcBef>
                          <a:spcPts val="0"/>
                        </a:spcBef>
                        <a:spcAft>
                          <a:spcPts val="0"/>
                        </a:spcAft>
                        <a:buNone/>
                      </a:pPr>
                      <a:r>
                        <a:rPr lang="en-GB" sz="1000"/>
                        <a:t>No</a:t>
                      </a:r>
                      <a:endParaRPr sz="1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000">
                          <a:solidFill>
                            <a:schemeClr val="dk1"/>
                          </a:solidFill>
                        </a:rPr>
                        <a:t>No</a:t>
                      </a:r>
                      <a:endParaRPr sz="1000">
                        <a:highlight>
                          <a:srgbClr val="FF0000"/>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000">
                          <a:solidFill>
                            <a:schemeClr val="dk1"/>
                          </a:solidFill>
                        </a:rPr>
                        <a:t>No</a:t>
                      </a:r>
                      <a:endParaRPr sz="1000">
                        <a:highlight>
                          <a:srgbClr val="FF0000"/>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00000"/>
                        </a:lnSpc>
                        <a:spcBef>
                          <a:spcPts val="0"/>
                        </a:spcBef>
                        <a:spcAft>
                          <a:spcPts val="0"/>
                        </a:spcAft>
                        <a:buNone/>
                      </a:pPr>
                      <a:r>
                        <a:rPr lang="en-GB" sz="1000">
                          <a:highlight>
                            <a:srgbClr val="FFFF00"/>
                          </a:highlight>
                        </a:rPr>
                        <a:t>Good for trajectories, </a:t>
                      </a:r>
                      <a:endParaRPr sz="1000">
                        <a:highlight>
                          <a:srgbClr val="FFFF00"/>
                        </a:highlight>
                      </a:endParaRPr>
                    </a:p>
                    <a:p>
                      <a:pPr indent="0" lvl="0" marL="0" rtl="0" algn="l">
                        <a:lnSpc>
                          <a:spcPct val="100000"/>
                        </a:lnSpc>
                        <a:spcBef>
                          <a:spcPts val="0"/>
                        </a:spcBef>
                        <a:spcAft>
                          <a:spcPts val="0"/>
                        </a:spcAft>
                        <a:buNone/>
                      </a:pPr>
                      <a:r>
                        <a:rPr lang="en-GB" sz="1000">
                          <a:highlight>
                            <a:srgbClr val="FFFF00"/>
                          </a:highlight>
                        </a:rPr>
                        <a:t>but does not explicitly use time</a:t>
                      </a:r>
                      <a:endParaRPr sz="1000">
                        <a:highlight>
                          <a:srgbClr val="FFFF00"/>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lnSpc>
                          <a:spcPct val="100000"/>
                        </a:lnSpc>
                        <a:spcBef>
                          <a:spcPts val="0"/>
                        </a:spcBef>
                        <a:spcAft>
                          <a:spcPts val="0"/>
                        </a:spcAft>
                        <a:buNone/>
                      </a:pPr>
                      <a:r>
                        <a:rPr lang="en-GB" sz="1000">
                          <a:highlight>
                            <a:srgbClr val="00FF00"/>
                          </a:highlight>
                        </a:rPr>
                        <a:t>Explicitly incorporates time.</a:t>
                      </a:r>
                      <a:endParaRPr sz="1000">
                        <a:highlight>
                          <a:srgbClr val="00FF00"/>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3"/>
          <p:cNvSpPr txBox="1"/>
          <p:nvPr>
            <p:ph type="title"/>
          </p:nvPr>
        </p:nvSpPr>
        <p:spPr>
          <a:xfrm>
            <a:off x="457200" y="205978"/>
            <a:ext cx="8229600" cy="857250"/>
          </a:xfrm>
          <a:prstGeom prst="rect">
            <a:avLst/>
          </a:prstGeom>
          <a:noFill/>
          <a:ln>
            <a:noFill/>
          </a:ln>
        </p:spPr>
        <p:txBody>
          <a:bodyPr anchorCtr="0" anchor="ctr" bIns="34275" lIns="68575" spcFirstLastPara="1" rIns="68575" wrap="square" tIns="34275">
            <a:normAutofit/>
          </a:bodyPr>
          <a:lstStyle/>
          <a:p>
            <a:pPr indent="0" lvl="0" marL="0" rtl="0" algn="l">
              <a:spcBef>
                <a:spcPts val="0"/>
              </a:spcBef>
              <a:spcAft>
                <a:spcPts val="0"/>
              </a:spcAft>
              <a:buClr>
                <a:schemeClr val="dk1"/>
              </a:buClr>
              <a:buSzPts val="3300"/>
              <a:buFont typeface="Candara"/>
              <a:buNone/>
            </a:pPr>
            <a:r>
              <a:rPr lang="en-GB" sz="2500">
                <a:latin typeface="Arial"/>
                <a:ea typeface="Arial"/>
                <a:cs typeface="Arial"/>
                <a:sym typeface="Arial"/>
              </a:rPr>
              <a:t>Timeline</a:t>
            </a:r>
            <a:endParaRPr sz="2500">
              <a:latin typeface="Arial"/>
              <a:ea typeface="Arial"/>
              <a:cs typeface="Arial"/>
              <a:sym typeface="Arial"/>
            </a:endParaRPr>
          </a:p>
        </p:txBody>
      </p:sp>
      <p:graphicFrame>
        <p:nvGraphicFramePr>
          <p:cNvPr id="405" name="Google Shape;405;p53"/>
          <p:cNvGraphicFramePr/>
          <p:nvPr/>
        </p:nvGraphicFramePr>
        <p:xfrm>
          <a:off x="685800" y="1051181"/>
          <a:ext cx="3000000" cy="3000000"/>
        </p:xfrm>
        <a:graphic>
          <a:graphicData uri="http://schemas.openxmlformats.org/drawingml/2006/table">
            <a:tbl>
              <a:tblPr bandRow="1" firstRow="1">
                <a:noFill/>
                <a:tableStyleId>{1D705870-0DD7-4BE3-98C4-35ADC9D58E63}</a:tableStyleId>
              </a:tblPr>
              <a:tblGrid>
                <a:gridCol w="1657850"/>
                <a:gridCol w="5030850"/>
              </a:tblGrid>
              <a:tr h="293150">
                <a:tc>
                  <a:txBody>
                    <a:bodyPr/>
                    <a:lstStyle/>
                    <a:p>
                      <a:pPr indent="0" lvl="0" marL="0" marR="0" rtl="0" algn="ctr">
                        <a:spcBef>
                          <a:spcPts val="0"/>
                        </a:spcBef>
                        <a:spcAft>
                          <a:spcPts val="0"/>
                        </a:spcAft>
                        <a:buNone/>
                      </a:pPr>
                      <a:r>
                        <a:rPr b="1" lang="en-GB" sz="1400" u="none" cap="none" strike="noStrike"/>
                        <a:t>Tasks</a:t>
                      </a:r>
                      <a:endParaRPr b="1" sz="1400" u="none" cap="none" strike="noStrike">
                        <a:latin typeface="Candara"/>
                        <a:ea typeface="Candara"/>
                        <a:cs typeface="Candara"/>
                        <a:sym typeface="Candara"/>
                      </a:endParaRPr>
                    </a:p>
                  </a:txBody>
                  <a:tcPr marT="38125" marB="38125" marR="76250" marL="76250">
                    <a:solidFill>
                      <a:srgbClr val="3C78D8"/>
                    </a:solidFill>
                  </a:tcPr>
                </a:tc>
                <a:tc>
                  <a:txBody>
                    <a:bodyPr/>
                    <a:lstStyle/>
                    <a:p>
                      <a:pPr indent="0" lvl="0" marL="0" marR="0" rtl="0" algn="ctr">
                        <a:spcBef>
                          <a:spcPts val="0"/>
                        </a:spcBef>
                        <a:spcAft>
                          <a:spcPts val="0"/>
                        </a:spcAft>
                        <a:buNone/>
                      </a:pPr>
                      <a:r>
                        <a:rPr b="0" lang="en-GB" sz="1400" u="none" cap="none" strike="noStrike"/>
                        <a:t>Thesis Duration (December 2025- June 2026)</a:t>
                      </a:r>
                      <a:endParaRPr b="0" sz="1400" u="none" cap="none" strike="noStrike">
                        <a:latin typeface="Candara"/>
                        <a:ea typeface="Candara"/>
                        <a:cs typeface="Candara"/>
                        <a:sym typeface="Candara"/>
                      </a:endParaRPr>
                    </a:p>
                  </a:txBody>
                  <a:tcPr marT="38125" marB="38125" marR="76250" marL="76250">
                    <a:solidFill>
                      <a:srgbClr val="3C78D8"/>
                    </a:solidFill>
                  </a:tcPr>
                </a:tc>
              </a:tr>
            </a:tbl>
          </a:graphicData>
        </a:graphic>
      </p:graphicFrame>
      <p:graphicFrame>
        <p:nvGraphicFramePr>
          <p:cNvPr id="406" name="Google Shape;406;p53"/>
          <p:cNvGraphicFramePr/>
          <p:nvPr/>
        </p:nvGraphicFramePr>
        <p:xfrm>
          <a:off x="685800" y="1344900"/>
          <a:ext cx="3000000" cy="3000000"/>
        </p:xfrm>
        <a:graphic>
          <a:graphicData uri="http://schemas.openxmlformats.org/drawingml/2006/table">
            <a:tbl>
              <a:tblPr bandRow="1" firstRow="1">
                <a:noFill/>
                <a:tableStyleId>{BE4EFA33-C8B9-4D39-B5B7-8B84A000B224}</a:tableStyleId>
              </a:tblPr>
              <a:tblGrid>
                <a:gridCol w="1549100"/>
                <a:gridCol w="673275"/>
                <a:gridCol w="673275"/>
                <a:gridCol w="632175"/>
                <a:gridCol w="632175"/>
                <a:gridCol w="632175"/>
                <a:gridCol w="632175"/>
                <a:gridCol w="632175"/>
                <a:gridCol w="632175"/>
              </a:tblGrid>
              <a:tr h="228825">
                <a:tc>
                  <a:txBody>
                    <a:bodyPr/>
                    <a:lstStyle/>
                    <a:p>
                      <a:pPr indent="0" lvl="0" marL="0" marR="0" rtl="0" algn="l">
                        <a:spcBef>
                          <a:spcPts val="0"/>
                        </a:spcBef>
                        <a:spcAft>
                          <a:spcPts val="0"/>
                        </a:spcAft>
                        <a:buNone/>
                      </a:pPr>
                      <a:r>
                        <a:t/>
                      </a:r>
                      <a:endParaRPr sz="1400">
                        <a:solidFill>
                          <a:srgbClr val="1F497D"/>
                        </a:solidFill>
                        <a:latin typeface="Candara"/>
                        <a:ea typeface="Candara"/>
                        <a:cs typeface="Candara"/>
                        <a:sym typeface="Candara"/>
                      </a:endParaRPr>
                    </a:p>
                  </a:txBody>
                  <a:tcPr marT="0" marB="0" marR="0" marL="0"/>
                </a:tc>
                <a:tc>
                  <a:txBody>
                    <a:bodyPr/>
                    <a:lstStyle/>
                    <a:p>
                      <a:pPr indent="0" lvl="0" marL="0" marR="0" rtl="0" algn="ctr">
                        <a:lnSpc>
                          <a:spcPct val="100000"/>
                        </a:lnSpc>
                        <a:spcBef>
                          <a:spcPts val="0"/>
                        </a:spcBef>
                        <a:spcAft>
                          <a:spcPts val="0"/>
                        </a:spcAft>
                        <a:buClr>
                          <a:schemeClr val="dk1"/>
                        </a:buClr>
                        <a:buSzPts val="1100"/>
                        <a:buFont typeface="Candara"/>
                        <a:buNone/>
                      </a:pPr>
                      <a:r>
                        <a:rPr lang="en-GB" sz="1100">
                          <a:solidFill>
                            <a:schemeClr val="dk1"/>
                          </a:solidFill>
                        </a:rPr>
                        <a:t>December</a:t>
                      </a:r>
                      <a:endParaRPr sz="1100">
                        <a:solidFill>
                          <a:schemeClr val="dk1"/>
                        </a:solidFill>
                        <a:latin typeface="Candara"/>
                        <a:ea typeface="Candara"/>
                        <a:cs typeface="Candara"/>
                        <a:sym typeface="Candara"/>
                      </a:endParaRPr>
                    </a:p>
                  </a:txBody>
                  <a:tcPr marT="0" marB="0" marR="0" marL="0" anchor="ctr"/>
                </a:tc>
                <a:tc>
                  <a:txBody>
                    <a:bodyPr/>
                    <a:lstStyle/>
                    <a:p>
                      <a:pPr indent="0" lvl="0" marL="0" marR="0" rtl="0" algn="ctr">
                        <a:lnSpc>
                          <a:spcPct val="100000"/>
                        </a:lnSpc>
                        <a:spcBef>
                          <a:spcPts val="0"/>
                        </a:spcBef>
                        <a:spcAft>
                          <a:spcPts val="0"/>
                        </a:spcAft>
                        <a:buClr>
                          <a:schemeClr val="dk1"/>
                        </a:buClr>
                        <a:buSzPts val="1100"/>
                        <a:buFont typeface="Candara"/>
                        <a:buNone/>
                      </a:pPr>
                      <a:r>
                        <a:rPr lang="en-GB" sz="1100">
                          <a:solidFill>
                            <a:schemeClr val="dk1"/>
                          </a:solidFill>
                        </a:rPr>
                        <a:t>January</a:t>
                      </a:r>
                      <a:endParaRPr sz="1100">
                        <a:solidFill>
                          <a:schemeClr val="dk1"/>
                        </a:solidFill>
                        <a:latin typeface="Candara"/>
                        <a:ea typeface="Candara"/>
                        <a:cs typeface="Candara"/>
                        <a:sym typeface="Candara"/>
                      </a:endParaRPr>
                    </a:p>
                  </a:txBody>
                  <a:tcPr marT="0" marB="0" marR="0" marL="0" anchor="ctr"/>
                </a:tc>
                <a:tc>
                  <a:txBody>
                    <a:bodyPr/>
                    <a:lstStyle/>
                    <a:p>
                      <a:pPr indent="0" lvl="0" marL="0" marR="0" rtl="0" algn="ctr">
                        <a:spcBef>
                          <a:spcPts val="0"/>
                        </a:spcBef>
                        <a:spcAft>
                          <a:spcPts val="0"/>
                        </a:spcAft>
                        <a:buNone/>
                      </a:pPr>
                      <a:r>
                        <a:rPr lang="en-GB" sz="1100">
                          <a:solidFill>
                            <a:schemeClr val="dk1"/>
                          </a:solidFill>
                        </a:rPr>
                        <a:t>February </a:t>
                      </a:r>
                      <a:endParaRPr sz="1100">
                        <a:solidFill>
                          <a:schemeClr val="dk1"/>
                        </a:solidFill>
                        <a:latin typeface="Candara"/>
                        <a:ea typeface="Candara"/>
                        <a:cs typeface="Candara"/>
                        <a:sym typeface="Candara"/>
                      </a:endParaRPr>
                    </a:p>
                  </a:txBody>
                  <a:tcPr marT="0" marB="0" marR="0" marL="0" anchor="ctr"/>
                </a:tc>
                <a:tc>
                  <a:txBody>
                    <a:bodyPr/>
                    <a:lstStyle/>
                    <a:p>
                      <a:pPr indent="0" lvl="0" marL="0" marR="0" rtl="0" algn="ctr">
                        <a:spcBef>
                          <a:spcPts val="0"/>
                        </a:spcBef>
                        <a:spcAft>
                          <a:spcPts val="0"/>
                        </a:spcAft>
                        <a:buNone/>
                      </a:pPr>
                      <a:r>
                        <a:rPr lang="en-GB" sz="1100">
                          <a:solidFill>
                            <a:schemeClr val="dk1"/>
                          </a:solidFill>
                        </a:rPr>
                        <a:t>March</a:t>
                      </a:r>
                      <a:endParaRPr sz="1100">
                        <a:solidFill>
                          <a:schemeClr val="dk1"/>
                        </a:solidFill>
                        <a:latin typeface="Candara"/>
                        <a:ea typeface="Candara"/>
                        <a:cs typeface="Candara"/>
                        <a:sym typeface="Candara"/>
                      </a:endParaRPr>
                    </a:p>
                  </a:txBody>
                  <a:tcPr marT="0" marB="0" marR="0" marL="0" anchor="ctr"/>
                </a:tc>
                <a:tc>
                  <a:txBody>
                    <a:bodyPr/>
                    <a:lstStyle/>
                    <a:p>
                      <a:pPr indent="0" lvl="0" marL="0" marR="0" rtl="0" algn="ctr">
                        <a:spcBef>
                          <a:spcPts val="0"/>
                        </a:spcBef>
                        <a:spcAft>
                          <a:spcPts val="0"/>
                        </a:spcAft>
                        <a:buNone/>
                      </a:pPr>
                      <a:r>
                        <a:rPr lang="en-GB" sz="1100">
                          <a:solidFill>
                            <a:schemeClr val="dk1"/>
                          </a:solidFill>
                        </a:rPr>
                        <a:t>April</a:t>
                      </a:r>
                      <a:endParaRPr sz="1100">
                        <a:solidFill>
                          <a:schemeClr val="dk1"/>
                        </a:solidFill>
                        <a:latin typeface="Candara"/>
                        <a:ea typeface="Candara"/>
                        <a:cs typeface="Candara"/>
                        <a:sym typeface="Candara"/>
                      </a:endParaRPr>
                    </a:p>
                  </a:txBody>
                  <a:tcPr marT="0" marB="0" marR="0" marL="0" anchor="ctr"/>
                </a:tc>
                <a:tc>
                  <a:txBody>
                    <a:bodyPr/>
                    <a:lstStyle/>
                    <a:p>
                      <a:pPr indent="0" lvl="0" marL="0" marR="0" rtl="0" algn="ctr">
                        <a:spcBef>
                          <a:spcPts val="0"/>
                        </a:spcBef>
                        <a:spcAft>
                          <a:spcPts val="0"/>
                        </a:spcAft>
                        <a:buNone/>
                      </a:pPr>
                      <a:r>
                        <a:rPr lang="en-GB" sz="1100">
                          <a:solidFill>
                            <a:schemeClr val="dk1"/>
                          </a:solidFill>
                        </a:rPr>
                        <a:t>May</a:t>
                      </a:r>
                      <a:endParaRPr sz="1100">
                        <a:solidFill>
                          <a:schemeClr val="dk1"/>
                        </a:solidFill>
                        <a:latin typeface="Candara"/>
                        <a:ea typeface="Candara"/>
                        <a:cs typeface="Candara"/>
                        <a:sym typeface="Candara"/>
                      </a:endParaRPr>
                    </a:p>
                  </a:txBody>
                  <a:tcPr marT="0" marB="0" marR="0" marL="0" anchor="ctr"/>
                </a:tc>
                <a:tc>
                  <a:txBody>
                    <a:bodyPr/>
                    <a:lstStyle/>
                    <a:p>
                      <a:pPr indent="0" lvl="0" marL="0" marR="0" rtl="0" algn="ctr">
                        <a:spcBef>
                          <a:spcPts val="0"/>
                        </a:spcBef>
                        <a:spcAft>
                          <a:spcPts val="0"/>
                        </a:spcAft>
                        <a:buNone/>
                      </a:pPr>
                      <a:r>
                        <a:rPr lang="en-GB" sz="1100">
                          <a:solidFill>
                            <a:schemeClr val="dk1"/>
                          </a:solidFill>
                        </a:rPr>
                        <a:t>June</a:t>
                      </a:r>
                      <a:endParaRPr sz="1100">
                        <a:solidFill>
                          <a:schemeClr val="dk1"/>
                        </a:solidFill>
                        <a:latin typeface="Candara"/>
                        <a:ea typeface="Candara"/>
                        <a:cs typeface="Candara"/>
                        <a:sym typeface="Candara"/>
                      </a:endParaRPr>
                    </a:p>
                  </a:txBody>
                  <a:tcPr marT="0" marB="0" marR="0" marL="0" anchor="ctr"/>
                </a:tc>
                <a:tc>
                  <a:txBody>
                    <a:bodyPr/>
                    <a:lstStyle/>
                    <a:p>
                      <a:pPr indent="0" lvl="0" marL="0" marR="0" rtl="0" algn="ctr">
                        <a:spcBef>
                          <a:spcPts val="0"/>
                        </a:spcBef>
                        <a:spcAft>
                          <a:spcPts val="0"/>
                        </a:spcAft>
                        <a:buNone/>
                      </a:pPr>
                      <a:r>
                        <a:rPr lang="en-GB" sz="1100">
                          <a:solidFill>
                            <a:schemeClr val="dk1"/>
                          </a:solidFill>
                        </a:rPr>
                        <a:t>July</a:t>
                      </a:r>
                      <a:endParaRPr sz="1100">
                        <a:solidFill>
                          <a:schemeClr val="dk1"/>
                        </a:solidFill>
                        <a:latin typeface="Candara"/>
                        <a:ea typeface="Candara"/>
                        <a:cs typeface="Candara"/>
                        <a:sym typeface="Candara"/>
                      </a:endParaRPr>
                    </a:p>
                  </a:txBody>
                  <a:tcPr marT="0" marB="0" marR="0" marL="0" anchor="ctr"/>
                </a:tc>
              </a:tr>
              <a:tr h="321225">
                <a:tc>
                  <a:txBody>
                    <a:bodyPr/>
                    <a:lstStyle/>
                    <a:p>
                      <a:pPr indent="0" lvl="0" marL="0" marR="0" rtl="0" algn="l">
                        <a:spcBef>
                          <a:spcPts val="0"/>
                        </a:spcBef>
                        <a:spcAft>
                          <a:spcPts val="0"/>
                        </a:spcAft>
                        <a:buNone/>
                      </a:pPr>
                      <a:r>
                        <a:rPr lang="en-GB" sz="1200">
                          <a:solidFill>
                            <a:schemeClr val="dk1"/>
                          </a:solidFill>
                        </a:rPr>
                        <a:t>   Proposal</a:t>
                      </a:r>
                      <a:endParaRPr sz="1200">
                        <a:solidFill>
                          <a:schemeClr val="dk1"/>
                        </a:solidFill>
                        <a:latin typeface="Candara"/>
                        <a:ea typeface="Candara"/>
                        <a:cs typeface="Candara"/>
                        <a:sym typeface="Candara"/>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0" marR="0" rtl="0" algn="l">
                        <a:spcBef>
                          <a:spcPts val="0"/>
                        </a:spcBef>
                        <a:spcAft>
                          <a:spcPts val="0"/>
                        </a:spcAft>
                        <a:buNone/>
                      </a:pPr>
                      <a:r>
                        <a:rPr lang="en-GB" sz="1200">
                          <a:solidFill>
                            <a:schemeClr val="dk1"/>
                          </a:solidFill>
                        </a:rPr>
                        <a:t>   Literature Review</a:t>
                      </a:r>
                      <a:endParaRPr sz="1200">
                        <a:solidFill>
                          <a:schemeClr val="dk1"/>
                        </a:solidFill>
                        <a:latin typeface="Candara"/>
                        <a:ea typeface="Candara"/>
                        <a:cs typeface="Candara"/>
                        <a:sym typeface="Candara"/>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88900" marR="0" rtl="0" algn="l">
                        <a:spcBef>
                          <a:spcPts val="0"/>
                        </a:spcBef>
                        <a:spcAft>
                          <a:spcPts val="0"/>
                        </a:spcAft>
                        <a:buNone/>
                      </a:pPr>
                      <a:r>
                        <a:rPr lang="en-GB" sz="1200">
                          <a:solidFill>
                            <a:schemeClr val="dk1"/>
                          </a:solidFill>
                          <a:latin typeface="Candara"/>
                          <a:ea typeface="Candara"/>
                          <a:cs typeface="Candara"/>
                          <a:sym typeface="Candara"/>
                        </a:rPr>
                        <a:t>Intro presentation</a:t>
                      </a:r>
                      <a:endParaRPr sz="1100"/>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88900" marR="0" rtl="0" algn="l">
                        <a:spcBef>
                          <a:spcPts val="0"/>
                        </a:spcBef>
                        <a:spcAft>
                          <a:spcPts val="0"/>
                        </a:spcAft>
                        <a:buNone/>
                      </a:pPr>
                      <a:r>
                        <a:rPr lang="en-GB" sz="1200">
                          <a:solidFill>
                            <a:schemeClr val="dk1"/>
                          </a:solidFill>
                        </a:rPr>
                        <a:t>Data Simulation</a:t>
                      </a:r>
                      <a:endParaRPr sz="1200">
                        <a:solidFill>
                          <a:schemeClr val="dk1"/>
                        </a:solidFill>
                        <a:latin typeface="Candara"/>
                        <a:ea typeface="Candara"/>
                        <a:cs typeface="Candara"/>
                        <a:sym typeface="Candara"/>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88900" marR="0" rtl="0" algn="l">
                        <a:lnSpc>
                          <a:spcPct val="100000"/>
                        </a:lnSpc>
                        <a:spcBef>
                          <a:spcPts val="0"/>
                        </a:spcBef>
                        <a:spcAft>
                          <a:spcPts val="0"/>
                        </a:spcAft>
                        <a:buClr>
                          <a:schemeClr val="dk1"/>
                        </a:buClr>
                        <a:buSzPts val="1200"/>
                        <a:buFont typeface="Candara"/>
                        <a:buNone/>
                      </a:pPr>
                      <a:r>
                        <a:rPr lang="en-GB" sz="1200"/>
                        <a:t>Implementation</a:t>
                      </a:r>
                      <a:endParaRPr sz="1100"/>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88900" marR="0" rtl="0" algn="l">
                        <a:lnSpc>
                          <a:spcPct val="100000"/>
                        </a:lnSpc>
                        <a:spcBef>
                          <a:spcPts val="0"/>
                        </a:spcBef>
                        <a:spcAft>
                          <a:spcPts val="0"/>
                        </a:spcAft>
                        <a:buClr>
                          <a:schemeClr val="dk1"/>
                        </a:buClr>
                        <a:buSzPts val="1200"/>
                        <a:buFont typeface="Candara"/>
                        <a:buNone/>
                      </a:pPr>
                      <a:r>
                        <a:rPr lang="en-GB" sz="1200">
                          <a:solidFill>
                            <a:schemeClr val="dk1"/>
                          </a:solidFill>
                        </a:rPr>
                        <a:t>Metric Evaluation</a:t>
                      </a:r>
                      <a:endParaRPr sz="1200">
                        <a:solidFill>
                          <a:schemeClr val="dk1"/>
                        </a:solidFill>
                        <a:latin typeface="Candara"/>
                        <a:ea typeface="Candara"/>
                        <a:cs typeface="Candara"/>
                        <a:sym typeface="Candara"/>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88900" marR="0" rtl="0" algn="l">
                        <a:lnSpc>
                          <a:spcPct val="100000"/>
                        </a:lnSpc>
                        <a:spcBef>
                          <a:spcPts val="0"/>
                        </a:spcBef>
                        <a:spcAft>
                          <a:spcPts val="0"/>
                        </a:spcAft>
                        <a:buClr>
                          <a:schemeClr val="dk1"/>
                        </a:buClr>
                        <a:buSzPts val="1200"/>
                        <a:buFont typeface="Candara"/>
                        <a:buNone/>
                      </a:pPr>
                      <a:r>
                        <a:rPr lang="en-GB" sz="1200"/>
                        <a:t>Mid term presentation</a:t>
                      </a:r>
                      <a:endParaRPr sz="1100"/>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0" marR="0" rtl="0" algn="l">
                        <a:spcBef>
                          <a:spcPts val="0"/>
                        </a:spcBef>
                        <a:spcAft>
                          <a:spcPts val="0"/>
                        </a:spcAft>
                        <a:buNone/>
                      </a:pPr>
                      <a:r>
                        <a:rPr lang="en-GB" sz="1200">
                          <a:solidFill>
                            <a:schemeClr val="dk1"/>
                          </a:solidFill>
                        </a:rPr>
                        <a:t>  </a:t>
                      </a:r>
                      <a:r>
                        <a:rPr lang="en-GB" sz="1200"/>
                        <a:t>Analysis</a:t>
                      </a:r>
                      <a:endParaRPr sz="1200">
                        <a:solidFill>
                          <a:schemeClr val="dk1"/>
                        </a:solidFill>
                        <a:latin typeface="Candara"/>
                        <a:ea typeface="Candara"/>
                        <a:cs typeface="Candara"/>
                        <a:sym typeface="Candara"/>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0" marR="0" rtl="0" algn="l">
                        <a:spcBef>
                          <a:spcPts val="0"/>
                        </a:spcBef>
                        <a:spcAft>
                          <a:spcPts val="0"/>
                        </a:spcAft>
                        <a:buNone/>
                      </a:pPr>
                      <a:r>
                        <a:rPr lang="en-GB" sz="1400">
                          <a:solidFill>
                            <a:schemeClr val="dk1"/>
                          </a:solidFill>
                          <a:latin typeface="Candara"/>
                          <a:ea typeface="Candara"/>
                          <a:cs typeface="Candara"/>
                          <a:sym typeface="Candara"/>
                        </a:rPr>
                        <a:t>Final presentation</a:t>
                      </a:r>
                      <a:endParaRPr sz="1100"/>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r h="321225">
                <a:tc>
                  <a:txBody>
                    <a:bodyPr/>
                    <a:lstStyle/>
                    <a:p>
                      <a:pPr indent="0" lvl="0" marL="0" marR="0" rtl="0" algn="l">
                        <a:spcBef>
                          <a:spcPts val="0"/>
                        </a:spcBef>
                        <a:spcAft>
                          <a:spcPts val="0"/>
                        </a:spcAft>
                        <a:buNone/>
                      </a:pPr>
                      <a:r>
                        <a:rPr lang="en-GB" sz="1400">
                          <a:solidFill>
                            <a:schemeClr val="dk1"/>
                          </a:solidFill>
                        </a:rPr>
                        <a:t>Review</a:t>
                      </a:r>
                      <a:endParaRPr sz="1400">
                        <a:solidFill>
                          <a:schemeClr val="dk1"/>
                        </a:solidFill>
                        <a:latin typeface="Candara"/>
                        <a:ea typeface="Candara"/>
                        <a:cs typeface="Candara"/>
                        <a:sym typeface="Candara"/>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c>
                  <a:txBody>
                    <a:bodyPr/>
                    <a:lstStyle/>
                    <a:p>
                      <a:pPr indent="0" lvl="0" marL="0" marR="0" rtl="0" algn="l">
                        <a:spcBef>
                          <a:spcPts val="0"/>
                        </a:spcBef>
                        <a:spcAft>
                          <a:spcPts val="0"/>
                        </a:spcAft>
                        <a:buNone/>
                      </a:pPr>
                      <a:r>
                        <a:t/>
                      </a:r>
                      <a:endParaRPr sz="1500">
                        <a:latin typeface="Arial Narrow"/>
                        <a:ea typeface="Arial Narrow"/>
                        <a:cs typeface="Arial Narrow"/>
                        <a:sym typeface="Arial Narrow"/>
                      </a:endParaRPr>
                    </a:p>
                  </a:txBody>
                  <a:tcPr marT="38125" marB="38125" marR="76250" marL="76250"/>
                </a:tc>
              </a:tr>
            </a:tbl>
          </a:graphicData>
        </a:graphic>
      </p:graphicFrame>
      <p:grpSp>
        <p:nvGrpSpPr>
          <p:cNvPr id="407" name="Google Shape;407;p53"/>
          <p:cNvGrpSpPr/>
          <p:nvPr/>
        </p:nvGrpSpPr>
        <p:grpSpPr>
          <a:xfrm>
            <a:off x="2306851" y="1628780"/>
            <a:ext cx="591007" cy="186789"/>
            <a:chOff x="1371600" y="1905000"/>
            <a:chExt cx="2667000" cy="228600"/>
          </a:xfrm>
        </p:grpSpPr>
        <p:sp>
          <p:nvSpPr>
            <p:cNvPr id="408" name="Google Shape;408;p53"/>
            <p:cNvSpPr/>
            <p:nvPr/>
          </p:nvSpPr>
          <p:spPr>
            <a:xfrm>
              <a:off x="1371600" y="1905000"/>
              <a:ext cx="2667000" cy="228600"/>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09" name="Google Shape;409;p53"/>
            <p:cNvSpPr/>
            <p:nvPr/>
          </p:nvSpPr>
          <p:spPr>
            <a:xfrm>
              <a:off x="1421674" y="1931126"/>
              <a:ext cx="2590800"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10" name="Google Shape;410;p53"/>
          <p:cNvGrpSpPr/>
          <p:nvPr/>
        </p:nvGrpSpPr>
        <p:grpSpPr>
          <a:xfrm>
            <a:off x="2324845" y="1965914"/>
            <a:ext cx="2448502" cy="182038"/>
            <a:chOff x="2157548" y="2233748"/>
            <a:chExt cx="3709852" cy="204652"/>
          </a:xfrm>
        </p:grpSpPr>
        <p:sp>
          <p:nvSpPr>
            <p:cNvPr id="411" name="Google Shape;411;p53"/>
            <p:cNvSpPr/>
            <p:nvPr/>
          </p:nvSpPr>
          <p:spPr>
            <a:xfrm>
              <a:off x="2157548" y="2233748"/>
              <a:ext cx="3709852" cy="204652"/>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12" name="Google Shape;412;p53"/>
            <p:cNvSpPr/>
            <p:nvPr/>
          </p:nvSpPr>
          <p:spPr>
            <a:xfrm>
              <a:off x="2207622" y="2259874"/>
              <a:ext cx="3630168"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13" name="Google Shape;413;p53"/>
          <p:cNvGrpSpPr/>
          <p:nvPr/>
        </p:nvGrpSpPr>
        <p:grpSpPr>
          <a:xfrm>
            <a:off x="2960605" y="2593686"/>
            <a:ext cx="1827473" cy="182038"/>
            <a:chOff x="2157548" y="2233748"/>
            <a:chExt cx="3709852" cy="204652"/>
          </a:xfrm>
        </p:grpSpPr>
        <p:sp>
          <p:nvSpPr>
            <p:cNvPr id="414" name="Google Shape;414;p53"/>
            <p:cNvSpPr/>
            <p:nvPr/>
          </p:nvSpPr>
          <p:spPr>
            <a:xfrm>
              <a:off x="2157548" y="2233748"/>
              <a:ext cx="3709852" cy="204652"/>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15" name="Google Shape;415;p53"/>
            <p:cNvSpPr/>
            <p:nvPr/>
          </p:nvSpPr>
          <p:spPr>
            <a:xfrm>
              <a:off x="2207622" y="2259874"/>
              <a:ext cx="3630168"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16" name="Google Shape;416;p53"/>
          <p:cNvGrpSpPr/>
          <p:nvPr/>
        </p:nvGrpSpPr>
        <p:grpSpPr>
          <a:xfrm>
            <a:off x="2996347" y="2917196"/>
            <a:ext cx="3004928" cy="182040"/>
            <a:chOff x="2157548" y="2233748"/>
            <a:chExt cx="3709852" cy="204652"/>
          </a:xfrm>
        </p:grpSpPr>
        <p:sp>
          <p:nvSpPr>
            <p:cNvPr id="417" name="Google Shape;417;p53"/>
            <p:cNvSpPr/>
            <p:nvPr/>
          </p:nvSpPr>
          <p:spPr>
            <a:xfrm>
              <a:off x="2157548" y="2233748"/>
              <a:ext cx="3709852" cy="204652"/>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18" name="Google Shape;418;p53"/>
            <p:cNvSpPr/>
            <p:nvPr/>
          </p:nvSpPr>
          <p:spPr>
            <a:xfrm>
              <a:off x="2207622" y="2259874"/>
              <a:ext cx="3630168"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19" name="Google Shape;419;p53"/>
          <p:cNvGrpSpPr/>
          <p:nvPr/>
        </p:nvGrpSpPr>
        <p:grpSpPr>
          <a:xfrm>
            <a:off x="4881649" y="3640848"/>
            <a:ext cx="607361" cy="182040"/>
            <a:chOff x="2157548" y="2233748"/>
            <a:chExt cx="3709852" cy="204652"/>
          </a:xfrm>
        </p:grpSpPr>
        <p:sp>
          <p:nvSpPr>
            <p:cNvPr id="420" name="Google Shape;420;p53"/>
            <p:cNvSpPr/>
            <p:nvPr/>
          </p:nvSpPr>
          <p:spPr>
            <a:xfrm>
              <a:off x="2157548" y="2233748"/>
              <a:ext cx="3709852" cy="204652"/>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21" name="Google Shape;421;p53"/>
            <p:cNvSpPr/>
            <p:nvPr/>
          </p:nvSpPr>
          <p:spPr>
            <a:xfrm>
              <a:off x="2207622" y="2259874"/>
              <a:ext cx="3630168"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22" name="Google Shape;422;p53"/>
          <p:cNvGrpSpPr/>
          <p:nvPr/>
        </p:nvGrpSpPr>
        <p:grpSpPr>
          <a:xfrm>
            <a:off x="3026905" y="3264250"/>
            <a:ext cx="2960387" cy="182040"/>
            <a:chOff x="2157548" y="2233748"/>
            <a:chExt cx="3709852" cy="204652"/>
          </a:xfrm>
        </p:grpSpPr>
        <p:sp>
          <p:nvSpPr>
            <p:cNvPr id="423" name="Google Shape;423;p53"/>
            <p:cNvSpPr/>
            <p:nvPr/>
          </p:nvSpPr>
          <p:spPr>
            <a:xfrm>
              <a:off x="2157548" y="2233748"/>
              <a:ext cx="3709852" cy="204652"/>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24" name="Google Shape;424;p53"/>
            <p:cNvSpPr/>
            <p:nvPr/>
          </p:nvSpPr>
          <p:spPr>
            <a:xfrm>
              <a:off x="2207622" y="2259874"/>
              <a:ext cx="3630168"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25" name="Google Shape;425;p53"/>
          <p:cNvGrpSpPr/>
          <p:nvPr/>
        </p:nvGrpSpPr>
        <p:grpSpPr>
          <a:xfrm>
            <a:off x="4276612" y="4001277"/>
            <a:ext cx="1807811" cy="182038"/>
            <a:chOff x="2157548" y="2233748"/>
            <a:chExt cx="3709852" cy="204652"/>
          </a:xfrm>
        </p:grpSpPr>
        <p:sp>
          <p:nvSpPr>
            <p:cNvPr id="426" name="Google Shape;426;p53"/>
            <p:cNvSpPr/>
            <p:nvPr/>
          </p:nvSpPr>
          <p:spPr>
            <a:xfrm>
              <a:off x="2157548" y="2233748"/>
              <a:ext cx="3709852" cy="204652"/>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27" name="Google Shape;427;p53"/>
            <p:cNvSpPr/>
            <p:nvPr/>
          </p:nvSpPr>
          <p:spPr>
            <a:xfrm>
              <a:off x="2207622" y="2259874"/>
              <a:ext cx="3630300"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28" name="Google Shape;428;p53"/>
          <p:cNvGrpSpPr/>
          <p:nvPr/>
        </p:nvGrpSpPr>
        <p:grpSpPr>
          <a:xfrm>
            <a:off x="6308451" y="4330301"/>
            <a:ext cx="607303" cy="182038"/>
            <a:chOff x="2157548" y="2233748"/>
            <a:chExt cx="3709852" cy="204652"/>
          </a:xfrm>
        </p:grpSpPr>
        <p:sp>
          <p:nvSpPr>
            <p:cNvPr id="429" name="Google Shape;429;p53"/>
            <p:cNvSpPr/>
            <p:nvPr/>
          </p:nvSpPr>
          <p:spPr>
            <a:xfrm>
              <a:off x="2157548" y="2233748"/>
              <a:ext cx="3709852" cy="204652"/>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30" name="Google Shape;430;p53"/>
            <p:cNvSpPr/>
            <p:nvPr/>
          </p:nvSpPr>
          <p:spPr>
            <a:xfrm>
              <a:off x="2207622" y="2259874"/>
              <a:ext cx="3630168"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31" name="Google Shape;431;p53"/>
          <p:cNvGrpSpPr/>
          <p:nvPr/>
        </p:nvGrpSpPr>
        <p:grpSpPr>
          <a:xfrm>
            <a:off x="2985266" y="2273010"/>
            <a:ext cx="591007" cy="186789"/>
            <a:chOff x="1371600" y="1905000"/>
            <a:chExt cx="2667000" cy="228600"/>
          </a:xfrm>
        </p:grpSpPr>
        <p:sp>
          <p:nvSpPr>
            <p:cNvPr id="432" name="Google Shape;432;p53"/>
            <p:cNvSpPr/>
            <p:nvPr/>
          </p:nvSpPr>
          <p:spPr>
            <a:xfrm>
              <a:off x="1371600" y="1905000"/>
              <a:ext cx="2667000" cy="228600"/>
            </a:xfrm>
            <a:prstGeom prst="roundRect">
              <a:avLst>
                <a:gd fmla="val 48717" name="adj"/>
              </a:avLst>
            </a:prstGeom>
            <a:solidFill>
              <a:srgbClr val="3C78D8"/>
            </a:solidFill>
            <a:ln>
              <a:noFill/>
            </a:ln>
          </p:spPr>
          <p:txBody>
            <a:bodyPr anchorCtr="1" anchor="ctr" bIns="13700" lIns="13700" spcFirstLastPara="1" rIns="13700" wrap="square" tIns="13700">
              <a:noAutofit/>
            </a:bodyPr>
            <a:lstStyle/>
            <a:p>
              <a:pPr indent="0" lvl="0" marL="0" marR="0" rtl="0" algn="ctr">
                <a:lnSpc>
                  <a:spcPct val="85000"/>
                </a:lnSpc>
                <a:spcBef>
                  <a:spcPts val="0"/>
                </a:spcBef>
                <a:spcAft>
                  <a:spcPts val="0"/>
                </a:spcAft>
                <a:buNone/>
              </a:pPr>
              <a:r>
                <a:t/>
              </a:r>
              <a:endParaRPr b="1" i="0" sz="1200" u="none" cap="none" strike="noStrike">
                <a:solidFill>
                  <a:schemeClr val="lt1"/>
                </a:solidFill>
                <a:latin typeface="Arial Narrow"/>
                <a:ea typeface="Arial Narrow"/>
                <a:cs typeface="Arial Narrow"/>
                <a:sym typeface="Arial Narrow"/>
              </a:endParaRPr>
            </a:p>
          </p:txBody>
        </p:sp>
        <p:sp>
          <p:nvSpPr>
            <p:cNvPr id="433" name="Google Shape;433;p53"/>
            <p:cNvSpPr/>
            <p:nvPr/>
          </p:nvSpPr>
          <p:spPr>
            <a:xfrm>
              <a:off x="1421674" y="1931126"/>
              <a:ext cx="2590800" cy="152400"/>
            </a:xfrm>
            <a:prstGeom prst="roundRect">
              <a:avLst>
                <a:gd fmla="val 48717" name="adj"/>
              </a:avLst>
            </a:prstGeom>
            <a:solidFill>
              <a:srgbClr val="3C78D8"/>
            </a:solidFill>
            <a:ln>
              <a:noFill/>
            </a:ln>
          </p:spPr>
          <p:txBody>
            <a:bodyPr anchorCtr="0" anchor="ctr" bIns="34275" lIns="68575" spcFirstLastPara="1" rIns="68575" wrap="square" tIns="34275">
              <a:noAutofit/>
            </a:bodyPr>
            <a:lstStyle/>
            <a:p>
              <a:pPr indent="0" lvl="0" marL="0" marR="0" rtl="0" algn="ctr">
                <a:lnSpc>
                  <a:spcPct val="85000"/>
                </a:lnSpc>
                <a:spcBef>
                  <a:spcPts val="0"/>
                </a:spcBef>
                <a:spcAft>
                  <a:spcPts val="0"/>
                </a:spcAft>
                <a:buNone/>
              </a:pPr>
              <a:r>
                <a:t/>
              </a:r>
              <a:endParaRPr b="0" i="0" sz="1400" u="none" cap="none" strike="noStrike">
                <a:solidFill>
                  <a:schemeClr val="lt1"/>
                </a:solidFill>
                <a:latin typeface="Candara"/>
                <a:ea typeface="Candara"/>
                <a:cs typeface="Candara"/>
                <a:sym typeface="Candara"/>
              </a:endParaRPr>
            </a:p>
          </p:txBody>
        </p:sp>
      </p:grpSp>
      <p:grpSp>
        <p:nvGrpSpPr>
          <p:cNvPr id="434" name="Google Shape;434;p53"/>
          <p:cNvGrpSpPr/>
          <p:nvPr/>
        </p:nvGrpSpPr>
        <p:grpSpPr>
          <a:xfrm>
            <a:off x="6308449" y="4672009"/>
            <a:ext cx="953419" cy="182033"/>
            <a:chOff x="2157548" y="2233748"/>
            <a:chExt cx="3709800" cy="204600"/>
          </a:xfrm>
        </p:grpSpPr>
        <p:sp>
          <p:nvSpPr>
            <p:cNvPr id="435" name="Google Shape;435;p53"/>
            <p:cNvSpPr/>
            <p:nvPr/>
          </p:nvSpPr>
          <p:spPr>
            <a:xfrm>
              <a:off x="2157548" y="2233748"/>
              <a:ext cx="3709800" cy="204600"/>
            </a:xfrm>
            <a:prstGeom prst="roundRect">
              <a:avLst>
                <a:gd fmla="val 48717" name="adj"/>
              </a:avLst>
            </a:prstGeom>
            <a:solidFill>
              <a:srgbClr val="3C78D8"/>
            </a:solidFill>
            <a:ln>
              <a:noFill/>
            </a:ln>
          </p:spPr>
          <p:txBody>
            <a:bodyPr anchorCtr="1" anchor="ctr" bIns="21500" lIns="21500" spcFirstLastPara="1" rIns="21500" wrap="square" tIns="21500">
              <a:noAutofit/>
            </a:bodyPr>
            <a:lstStyle/>
            <a:p>
              <a:pPr indent="0" lvl="0" marL="0" marR="0" rtl="0" algn="ctr">
                <a:lnSpc>
                  <a:spcPct val="85000"/>
                </a:lnSpc>
                <a:spcBef>
                  <a:spcPts val="0"/>
                </a:spcBef>
                <a:spcAft>
                  <a:spcPts val="0"/>
                </a:spcAft>
                <a:buNone/>
              </a:pPr>
              <a:r>
                <a:t/>
              </a:r>
              <a:endParaRPr b="1" i="0" sz="1883" u="none" cap="none" strike="noStrike">
                <a:solidFill>
                  <a:schemeClr val="lt1"/>
                </a:solidFill>
                <a:latin typeface="Arial Narrow"/>
                <a:ea typeface="Arial Narrow"/>
                <a:cs typeface="Arial Narrow"/>
                <a:sym typeface="Arial Narrow"/>
              </a:endParaRPr>
            </a:p>
          </p:txBody>
        </p:sp>
        <p:sp>
          <p:nvSpPr>
            <p:cNvPr id="436" name="Google Shape;436;p53"/>
            <p:cNvSpPr/>
            <p:nvPr/>
          </p:nvSpPr>
          <p:spPr>
            <a:xfrm>
              <a:off x="2207622" y="2259874"/>
              <a:ext cx="3630300" cy="152400"/>
            </a:xfrm>
            <a:prstGeom prst="roundRect">
              <a:avLst>
                <a:gd fmla="val 48717" name="adj"/>
              </a:avLst>
            </a:prstGeom>
            <a:solidFill>
              <a:srgbClr val="3C78D8"/>
            </a:solidFill>
            <a:ln>
              <a:noFill/>
            </a:ln>
          </p:spPr>
          <p:txBody>
            <a:bodyPr anchorCtr="0" anchor="ctr" bIns="53800" lIns="107625" spcFirstLastPara="1" rIns="107625" wrap="square" tIns="53800">
              <a:noAutofit/>
            </a:bodyPr>
            <a:lstStyle/>
            <a:p>
              <a:pPr indent="0" lvl="0" marL="0" marR="0" rtl="0" algn="ctr">
                <a:lnSpc>
                  <a:spcPct val="85000"/>
                </a:lnSpc>
                <a:spcBef>
                  <a:spcPts val="0"/>
                </a:spcBef>
                <a:spcAft>
                  <a:spcPts val="0"/>
                </a:spcAft>
                <a:buNone/>
              </a:pPr>
              <a:r>
                <a:t/>
              </a:r>
              <a:endParaRPr b="0" i="0" sz="2197" u="none" cap="none" strike="noStrike">
                <a:solidFill>
                  <a:schemeClr val="lt1"/>
                </a:solidFill>
                <a:latin typeface="Candara"/>
                <a:ea typeface="Candara"/>
                <a:cs typeface="Candara"/>
                <a:sym typeface="Candar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References</a:t>
            </a:r>
            <a:endParaRPr/>
          </a:p>
          <a:p>
            <a:pPr indent="0" lvl="0" marL="0" rtl="0" algn="l">
              <a:spcBef>
                <a:spcPts val="0"/>
              </a:spcBef>
              <a:spcAft>
                <a:spcPts val="0"/>
              </a:spcAft>
              <a:buNone/>
            </a:pPr>
            <a:r>
              <a:t/>
            </a:r>
            <a:endParaRPr/>
          </a:p>
        </p:txBody>
      </p:sp>
      <p:sp>
        <p:nvSpPr>
          <p:cNvPr id="442" name="Google Shape;442;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0"/>
              </a:spcBef>
              <a:spcAft>
                <a:spcPts val="0"/>
              </a:spcAft>
              <a:buClr>
                <a:schemeClr val="dk1"/>
              </a:buClr>
              <a:buSzPts val="1400"/>
              <a:buChar char="●"/>
            </a:pPr>
            <a:r>
              <a:rPr lang="en-GB" sz="1400">
                <a:solidFill>
                  <a:schemeClr val="dk1"/>
                </a:solidFill>
              </a:rPr>
              <a:t>Campana-Olivo, R., &amp; Manian, V. (2011). Parallel implementation of nonlinear dimensionality reduction methods applied in object segmentation using CUDA in GPU.</a:t>
            </a:r>
            <a:endParaRPr sz="1400">
              <a:solidFill>
                <a:schemeClr val="dk1"/>
              </a:solidFill>
              <a:highlight>
                <a:schemeClr val="lt1"/>
              </a:highlight>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Moon, K. R., van Dijk, D., Wang, Z., </a:t>
            </a:r>
            <a:r>
              <a:rPr i="1" lang="en-GB" sz="1400">
                <a:solidFill>
                  <a:schemeClr val="dk1"/>
                </a:solidFill>
              </a:rPr>
              <a:t>et al.</a:t>
            </a:r>
            <a:r>
              <a:rPr lang="en-GB" sz="1400">
                <a:solidFill>
                  <a:schemeClr val="dk1"/>
                </a:solidFill>
              </a:rPr>
              <a:t> (2019). Visualizing structure and transitions in high-dimensional biological data. </a:t>
            </a:r>
            <a:r>
              <a:rPr i="1" lang="en-GB" sz="1400">
                <a:solidFill>
                  <a:schemeClr val="dk1"/>
                </a:solidFill>
              </a:rPr>
              <a:t>Nature Biotechnology, 37</a:t>
            </a:r>
            <a:r>
              <a:rPr lang="en-GB" sz="1400">
                <a:solidFill>
                  <a:schemeClr val="dk1"/>
                </a:solidFill>
              </a:rPr>
              <a:t>(12), 1482–1492.</a:t>
            </a:r>
            <a:r>
              <a:rPr lang="en-GB" sz="1400">
                <a:solidFill>
                  <a:schemeClr val="dk1"/>
                </a:solidFill>
                <a:uFill>
                  <a:noFill/>
                </a:uFill>
                <a:hlinkClick r:id="rId3">
                  <a:extLst>
                    <a:ext uri="{A12FA001-AC4F-418D-AE19-62706E023703}">
                      <ahyp:hlinkClr val="tx"/>
                    </a:ext>
                  </a:extLst>
                </a:hlinkClick>
              </a:rPr>
              <a:t> </a:t>
            </a:r>
            <a:r>
              <a:rPr lang="en-GB" sz="1400" u="sng">
                <a:solidFill>
                  <a:schemeClr val="hlink"/>
                </a:solidFill>
                <a:hlinkClick r:id="rId4"/>
              </a:rPr>
              <a:t>https://doi.org/10.1038/s41587-019-0336-3</a:t>
            </a:r>
            <a:endParaRPr sz="1400">
              <a:solidFill>
                <a:schemeClr val="dk1"/>
              </a:solidFill>
            </a:endParaRPr>
          </a:p>
          <a:p>
            <a:pPr indent="-317500" lvl="0" marL="457200" rtl="0" algn="l">
              <a:lnSpc>
                <a:spcPct val="90000"/>
              </a:lnSpc>
              <a:spcBef>
                <a:spcPts val="0"/>
              </a:spcBef>
              <a:spcAft>
                <a:spcPts val="0"/>
              </a:spcAft>
              <a:buSzPts val="1400"/>
              <a:buChar char="●"/>
            </a:pPr>
            <a:r>
              <a:rPr lang="en-GB" sz="1400">
                <a:solidFill>
                  <a:schemeClr val="dk1"/>
                </a:solidFill>
              </a:rPr>
              <a:t>Busch, E. L., Huang, J., Benz, A., </a:t>
            </a:r>
            <a:r>
              <a:rPr i="1" lang="en-GB" sz="1400">
                <a:solidFill>
                  <a:schemeClr val="dk1"/>
                </a:solidFill>
              </a:rPr>
              <a:t>et al.</a:t>
            </a:r>
            <a:r>
              <a:rPr lang="en-GB" sz="1400">
                <a:solidFill>
                  <a:schemeClr val="dk1"/>
                </a:solidFill>
              </a:rPr>
              <a:t> (2023). Multi-view manifold learning of human brain-state trajectories. </a:t>
            </a:r>
            <a:r>
              <a:rPr i="1" lang="en-GB" sz="1400">
                <a:solidFill>
                  <a:schemeClr val="dk1"/>
                </a:solidFill>
              </a:rPr>
              <a:t>Nature Computational Science, 3</a:t>
            </a:r>
            <a:r>
              <a:rPr lang="en-GB" sz="1400">
                <a:solidFill>
                  <a:schemeClr val="dk1"/>
                </a:solidFill>
              </a:rPr>
              <a:t>(3), 240–253.</a:t>
            </a:r>
            <a:r>
              <a:rPr lang="en-GB" sz="1400">
                <a:solidFill>
                  <a:schemeClr val="dk1"/>
                </a:solidFill>
                <a:uFill>
                  <a:noFill/>
                </a:uFill>
                <a:hlinkClick r:id="rId5">
                  <a:extLst>
                    <a:ext uri="{A12FA001-AC4F-418D-AE19-62706E023703}">
                      <ahyp:hlinkClr val="tx"/>
                    </a:ext>
                  </a:extLst>
                </a:hlinkClick>
              </a:rPr>
              <a:t> </a:t>
            </a:r>
            <a:r>
              <a:rPr lang="en-GB" sz="1400" u="sng">
                <a:solidFill>
                  <a:schemeClr val="hlink"/>
                </a:solidFill>
                <a:hlinkClick r:id="rId6"/>
              </a:rPr>
              <a:t>https://doi.org/10.1038/s43588-023-00419-0</a:t>
            </a:r>
            <a:endParaRPr sz="1400">
              <a:solidFill>
                <a:schemeClr val="dk1"/>
              </a:solidFill>
            </a:endParaRPr>
          </a:p>
          <a:p>
            <a:pPr indent="-317500" lvl="0" marL="457200" rtl="0" algn="l">
              <a:lnSpc>
                <a:spcPct val="90000"/>
              </a:lnSpc>
              <a:spcBef>
                <a:spcPts val="0"/>
              </a:spcBef>
              <a:spcAft>
                <a:spcPts val="0"/>
              </a:spcAft>
              <a:buClr>
                <a:schemeClr val="dk1"/>
              </a:buClr>
              <a:buSzPts val="1400"/>
              <a:buChar char="●"/>
            </a:pPr>
            <a:r>
              <a:rPr lang="en-GB" sz="1400">
                <a:solidFill>
                  <a:schemeClr val="dk1"/>
                </a:solidFill>
              </a:rPr>
              <a:t>Zhang, J., Yang, Y., Liu, T., Shi, Z., Pei, G., Wang, L., Wu, J., Funahashi, S., Suo, D., Wang, C., &amp; Yan, T. (2023). Functional connectivity in people at clinical and familial high risk for schizophrenia. </a:t>
            </a:r>
            <a:r>
              <a:rPr i="1" lang="en-GB" sz="1400">
                <a:solidFill>
                  <a:schemeClr val="dk1"/>
                </a:solidFill>
              </a:rPr>
              <a:t>Psychiatry Research, 328</a:t>
            </a:r>
            <a:r>
              <a:rPr lang="en-GB" sz="1400">
                <a:solidFill>
                  <a:schemeClr val="dk1"/>
                </a:solidFill>
              </a:rPr>
              <a:t>, 115464.</a:t>
            </a:r>
            <a:endParaRPr sz="1700">
              <a:solidFill>
                <a:schemeClr val="dk1"/>
              </a:solidFill>
            </a:endParaRPr>
          </a:p>
          <a:p>
            <a:pPr indent="0" lvl="0" marL="457200" rtl="0" algn="l">
              <a:lnSpc>
                <a:spcPct val="100000"/>
              </a:lnSpc>
              <a:spcBef>
                <a:spcPts val="0"/>
              </a:spcBef>
              <a:spcAft>
                <a:spcPts val="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Uni_Stuttgart">
  <a:themeElements>
    <a:clrScheme name="UNI COLOUR">
      <a:dk1>
        <a:srgbClr val="3E444C"/>
      </a:dk1>
      <a:lt1>
        <a:srgbClr val="FFFFFF"/>
      </a:lt1>
      <a:dk2>
        <a:srgbClr val="000000"/>
      </a:dk2>
      <a:lt2>
        <a:srgbClr val="9F9998"/>
      </a:lt2>
      <a:accent1>
        <a:srgbClr val="00BEFF"/>
      </a:accent1>
      <a:accent2>
        <a:srgbClr val="00519E"/>
      </a:accent2>
      <a:accent3>
        <a:srgbClr val="3E444C"/>
      </a:accent3>
      <a:accent4>
        <a:srgbClr val="7DC6EA"/>
      </a:accent4>
      <a:accent5>
        <a:srgbClr val="9F9998"/>
      </a:accent5>
      <a:accent6>
        <a:srgbClr val="FFD500"/>
      </a:accent6>
      <a:hlink>
        <a:srgbClr val="00BEFF"/>
      </a:hlink>
      <a:folHlink>
        <a:srgbClr val="3E44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